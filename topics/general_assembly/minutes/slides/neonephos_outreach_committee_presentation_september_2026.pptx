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Lst>
  <p:sldSz cy="5143500" cx="9144000"/>
  <p:notesSz cx="6858000" cy="9144000"/>
  <p:embeddedFontLst>
    <p:embeddedFont>
      <p:font typeface="Play"/>
      <p:regular r:id="rId17"/>
      <p:bold r:id="rId1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font" Target="fonts/Play-regular.fntdata"/><Relationship Id="rId16" Type="http://schemas.openxmlformats.org/officeDocument/2006/relationships/slide" Target="slides/slide10.xml"/><Relationship Id="rId5" Type="http://schemas.openxmlformats.org/officeDocument/2006/relationships/slideMaster" Target="slideMasters/slideMaster2.xml"/><Relationship Id="rId6" Type="http://schemas.openxmlformats.org/officeDocument/2006/relationships/notesMaster" Target="notesMasters/notesMaster1.xml"/><Relationship Id="rId18" Type="http://schemas.openxmlformats.org/officeDocument/2006/relationships/font" Target="fonts/Play-bold.fntdata"/><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409b0d96140_4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409b0d96140_4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40959578c51_0_6: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141" name="Google Shape;141;g40959578c51_0_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409b8c251d7_0_9: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150" name="Google Shape;150;g409b8c251d7_0_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40959578c51_0_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g40959578c51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8b7c840c35_1_319: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164" name="Google Shape;164;g38b7c840c35_1_3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77be24a04149dafd_3: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g77be24a04149dafd_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409b8c251d7_0_32: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g409b8c251d7_0_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409b8c251d7_0_57: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g409b8c251d7_0_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409b0d96140_0_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g409b0d96140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50" name="Shape 50"/>
        <p:cNvGrpSpPr/>
        <p:nvPr/>
      </p:nvGrpSpPr>
      <p:grpSpPr>
        <a:xfrm>
          <a:off x="0" y="0"/>
          <a:ext cx="0" cy="0"/>
          <a:chOff x="0" y="0"/>
          <a:chExt cx="0" cy="0"/>
        </a:xfrm>
      </p:grpSpPr>
      <p:sp>
        <p:nvSpPr>
          <p:cNvPr id="51" name="Google Shape;51;p13"/>
          <p:cNvSpPr txBox="1"/>
          <p:nvPr>
            <p:ph type="title"/>
          </p:nvPr>
        </p:nvSpPr>
        <p:spPr>
          <a:xfrm>
            <a:off x="628650" y="274639"/>
            <a:ext cx="7886700" cy="9939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2" name="Google Shape;52;p13"/>
          <p:cNvSpPr txBox="1"/>
          <p:nvPr>
            <p:ph idx="1" type="body"/>
          </p:nvPr>
        </p:nvSpPr>
        <p:spPr>
          <a:xfrm>
            <a:off x="628650" y="1370013"/>
            <a:ext cx="7886700" cy="32622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1200"/>
              </a:spcBef>
              <a:spcAft>
                <a:spcPts val="0"/>
              </a:spcAft>
              <a:buClr>
                <a:schemeClr val="dk1"/>
              </a:buClr>
              <a:buSzPts val="1400"/>
              <a:buChar char="○"/>
              <a:defRPr/>
            </a:lvl2pPr>
            <a:lvl3pPr indent="-317500" lvl="2" marL="1371600" algn="l">
              <a:lnSpc>
                <a:spcPct val="90000"/>
              </a:lnSpc>
              <a:spcBef>
                <a:spcPts val="1200"/>
              </a:spcBef>
              <a:spcAft>
                <a:spcPts val="0"/>
              </a:spcAft>
              <a:buClr>
                <a:schemeClr val="dk1"/>
              </a:buClr>
              <a:buSzPts val="1400"/>
              <a:buChar char="■"/>
              <a:defRPr/>
            </a:lvl3pPr>
            <a:lvl4pPr indent="-317500" lvl="3" marL="1828800" algn="l">
              <a:lnSpc>
                <a:spcPct val="90000"/>
              </a:lnSpc>
              <a:spcBef>
                <a:spcPts val="1200"/>
              </a:spcBef>
              <a:spcAft>
                <a:spcPts val="0"/>
              </a:spcAft>
              <a:buClr>
                <a:schemeClr val="dk1"/>
              </a:buClr>
              <a:buSzPts val="1400"/>
              <a:buChar char="●"/>
              <a:defRPr/>
            </a:lvl4pPr>
            <a:lvl5pPr indent="-317500" lvl="4" marL="2286000" algn="l">
              <a:lnSpc>
                <a:spcPct val="90000"/>
              </a:lnSpc>
              <a:spcBef>
                <a:spcPts val="1200"/>
              </a:spcBef>
              <a:spcAft>
                <a:spcPts val="0"/>
              </a:spcAft>
              <a:buClr>
                <a:schemeClr val="dk1"/>
              </a:buClr>
              <a:buSzPts val="1400"/>
              <a:buChar char="○"/>
              <a:defRPr/>
            </a:lvl5pPr>
            <a:lvl6pPr indent="-317500" lvl="5" marL="2743200" algn="l">
              <a:lnSpc>
                <a:spcPct val="90000"/>
              </a:lnSpc>
              <a:spcBef>
                <a:spcPts val="1200"/>
              </a:spcBef>
              <a:spcAft>
                <a:spcPts val="0"/>
              </a:spcAft>
              <a:buClr>
                <a:schemeClr val="dk1"/>
              </a:buClr>
              <a:buSzPts val="1400"/>
              <a:buChar char="■"/>
              <a:defRPr/>
            </a:lvl6pPr>
            <a:lvl7pPr indent="-317500" lvl="6" marL="3200400" algn="l">
              <a:lnSpc>
                <a:spcPct val="90000"/>
              </a:lnSpc>
              <a:spcBef>
                <a:spcPts val="1200"/>
              </a:spcBef>
              <a:spcAft>
                <a:spcPts val="0"/>
              </a:spcAft>
              <a:buClr>
                <a:schemeClr val="dk1"/>
              </a:buClr>
              <a:buSzPts val="1400"/>
              <a:buChar char="●"/>
              <a:defRPr/>
            </a:lvl7pPr>
            <a:lvl8pPr indent="-317500" lvl="7" marL="3657600" algn="l">
              <a:lnSpc>
                <a:spcPct val="90000"/>
              </a:lnSpc>
              <a:spcBef>
                <a:spcPts val="1200"/>
              </a:spcBef>
              <a:spcAft>
                <a:spcPts val="0"/>
              </a:spcAft>
              <a:buClr>
                <a:schemeClr val="dk1"/>
              </a:buClr>
              <a:buSzPts val="1400"/>
              <a:buChar char="○"/>
              <a:defRPr/>
            </a:lvl8pPr>
            <a:lvl9pPr indent="-317500" lvl="8" marL="4114800" algn="l">
              <a:lnSpc>
                <a:spcPct val="90000"/>
              </a:lnSpc>
              <a:spcBef>
                <a:spcPts val="1200"/>
              </a:spcBef>
              <a:spcAft>
                <a:spcPts val="1200"/>
              </a:spcAft>
              <a:buClr>
                <a:schemeClr val="dk1"/>
              </a:buClr>
              <a:buSzPts val="1400"/>
              <a:buChar char="■"/>
              <a:defRPr/>
            </a:lvl9pPr>
          </a:lstStyle>
          <a:p/>
        </p:txBody>
      </p:sp>
      <p:sp>
        <p:nvSpPr>
          <p:cNvPr id="53" name="Google Shape;53;p13"/>
          <p:cNvSpPr txBox="1"/>
          <p:nvPr>
            <p:ph idx="12" type="sldNum"/>
          </p:nvPr>
        </p:nvSpPr>
        <p:spPr>
          <a:xfrm>
            <a:off x="6913852" y="4767263"/>
            <a:ext cx="2057400" cy="274800"/>
          </a:xfrm>
          <a:prstGeom prst="rect">
            <a:avLst/>
          </a:prstGeom>
          <a:noFill/>
          <a:ln>
            <a:noFill/>
          </a:ln>
        </p:spPr>
        <p:txBody>
          <a:bodyPr anchorCtr="0" anchor="ctr" bIns="34275" lIns="68575" spcFirstLastPara="1" rIns="68575" wrap="square" tIns="34275">
            <a:normAutofit/>
          </a:bodyPr>
          <a:lstStyle>
            <a:lvl1pPr indent="0" lvl="0" marL="0" algn="r">
              <a:spcBef>
                <a:spcPts val="0"/>
              </a:spcBef>
              <a:buNone/>
              <a:defRPr b="0" i="0" sz="1200" u="none" cap="none" strike="noStrike">
                <a:solidFill>
                  <a:schemeClr val="dk1"/>
                </a:solidFill>
                <a:latin typeface="Arial"/>
                <a:ea typeface="Arial"/>
                <a:cs typeface="Arial"/>
                <a:sym typeface="Arial"/>
              </a:defRPr>
            </a:lvl1pPr>
            <a:lvl2pPr indent="0" lvl="1" marL="0" algn="r">
              <a:spcBef>
                <a:spcPts val="0"/>
              </a:spcBef>
              <a:buNone/>
              <a:defRPr b="0" i="0" sz="1200" u="none" cap="none" strike="noStrike">
                <a:solidFill>
                  <a:schemeClr val="dk1"/>
                </a:solidFill>
                <a:latin typeface="Arial"/>
                <a:ea typeface="Arial"/>
                <a:cs typeface="Arial"/>
                <a:sym typeface="Arial"/>
              </a:defRPr>
            </a:lvl2pPr>
            <a:lvl3pPr indent="0" lvl="2" marL="0" algn="r">
              <a:spcBef>
                <a:spcPts val="0"/>
              </a:spcBef>
              <a:buNone/>
              <a:defRPr b="0" i="0" sz="1200" u="none" cap="none" strike="noStrike">
                <a:solidFill>
                  <a:schemeClr val="dk1"/>
                </a:solidFill>
                <a:latin typeface="Arial"/>
                <a:ea typeface="Arial"/>
                <a:cs typeface="Arial"/>
                <a:sym typeface="Arial"/>
              </a:defRPr>
            </a:lvl3pPr>
            <a:lvl4pPr indent="0" lvl="3" marL="0" algn="r">
              <a:spcBef>
                <a:spcPts val="0"/>
              </a:spcBef>
              <a:buNone/>
              <a:defRPr b="0" i="0" sz="1200" u="none" cap="none" strike="noStrike">
                <a:solidFill>
                  <a:schemeClr val="dk1"/>
                </a:solidFill>
                <a:latin typeface="Arial"/>
                <a:ea typeface="Arial"/>
                <a:cs typeface="Arial"/>
                <a:sym typeface="Arial"/>
              </a:defRPr>
            </a:lvl4pPr>
            <a:lvl5pPr indent="0" lvl="4" marL="0" algn="r">
              <a:spcBef>
                <a:spcPts val="0"/>
              </a:spcBef>
              <a:buNone/>
              <a:defRPr b="0" i="0" sz="1200" u="none" cap="none" strike="noStrike">
                <a:solidFill>
                  <a:schemeClr val="dk1"/>
                </a:solidFill>
                <a:latin typeface="Arial"/>
                <a:ea typeface="Arial"/>
                <a:cs typeface="Arial"/>
                <a:sym typeface="Arial"/>
              </a:defRPr>
            </a:lvl5pPr>
            <a:lvl6pPr indent="0" lvl="5" marL="0" algn="r">
              <a:spcBef>
                <a:spcPts val="0"/>
              </a:spcBef>
              <a:buNone/>
              <a:defRPr b="0" i="0" sz="1200" u="none" cap="none" strike="noStrike">
                <a:solidFill>
                  <a:schemeClr val="dk1"/>
                </a:solidFill>
                <a:latin typeface="Arial"/>
                <a:ea typeface="Arial"/>
                <a:cs typeface="Arial"/>
                <a:sym typeface="Arial"/>
              </a:defRPr>
            </a:lvl6pPr>
            <a:lvl7pPr indent="0" lvl="6" marL="0" algn="r">
              <a:spcBef>
                <a:spcPts val="0"/>
              </a:spcBef>
              <a:buNone/>
              <a:defRPr b="0" i="0" sz="1200" u="none" cap="none" strike="noStrike">
                <a:solidFill>
                  <a:schemeClr val="dk1"/>
                </a:solidFill>
                <a:latin typeface="Arial"/>
                <a:ea typeface="Arial"/>
                <a:cs typeface="Arial"/>
                <a:sym typeface="Arial"/>
              </a:defRPr>
            </a:lvl7pPr>
            <a:lvl8pPr indent="0" lvl="7" marL="0" algn="r">
              <a:spcBef>
                <a:spcPts val="0"/>
              </a:spcBef>
              <a:buNone/>
              <a:defRPr b="0" i="0" sz="1200" u="none" cap="none" strike="noStrike">
                <a:solidFill>
                  <a:schemeClr val="dk1"/>
                </a:solidFill>
                <a:latin typeface="Arial"/>
                <a:ea typeface="Arial"/>
                <a:cs typeface="Arial"/>
                <a:sym typeface="Arial"/>
              </a:defRPr>
            </a:lvl8pPr>
            <a:lvl9pPr indent="0" lvl="8" marL="0" algn="r">
              <a:spcBef>
                <a:spcPts val="0"/>
              </a:spcBef>
              <a:buNone/>
              <a:defRPr b="0" i="0" sz="12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r>
              <a:rPr lang="de"/>
              <a:t>Public | </a:t>
            </a:r>
            <a:fld id="{00000000-1234-1234-1234-123412341234}" type="slidenum">
              <a:rPr lang="de"/>
              <a:t>‹#›</a:t>
            </a:fld>
            <a:endParaRPr/>
          </a:p>
        </p:txBody>
      </p:sp>
      <p:pic>
        <p:nvPicPr>
          <p:cNvPr id="54" name="Google Shape;54;p13" title="neonephos_color.png"/>
          <p:cNvPicPr preferRelativeResize="0"/>
          <p:nvPr/>
        </p:nvPicPr>
        <p:blipFill rotWithShape="1">
          <a:blip r:embed="rId2">
            <a:alphaModFix/>
          </a:blip>
          <a:srcRect b="0" l="0" r="0" t="0"/>
          <a:stretch/>
        </p:blipFill>
        <p:spPr>
          <a:xfrm>
            <a:off x="7853826" y="128441"/>
            <a:ext cx="1117426" cy="204825"/>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62" name="Shape 62"/>
        <p:cNvGrpSpPr/>
        <p:nvPr/>
      </p:nvGrpSpPr>
      <p:grpSpPr>
        <a:xfrm>
          <a:off x="0" y="0"/>
          <a:ext cx="0" cy="0"/>
          <a:chOff x="0" y="0"/>
          <a:chExt cx="0" cy="0"/>
        </a:xfrm>
      </p:grpSpPr>
      <p:sp>
        <p:nvSpPr>
          <p:cNvPr id="63" name="Google Shape;63;p15"/>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4" name="Google Shape;64;p15"/>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5" name="Google Shape;65;p15"/>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de"/>
              <a:t>‹#›</a:t>
            </a:fld>
            <a:endParaRPr/>
          </a:p>
        </p:txBody>
      </p:sp>
      <p:pic>
        <p:nvPicPr>
          <p:cNvPr id="66" name="Google Shape;66;p15"/>
          <p:cNvPicPr preferRelativeResize="0"/>
          <p:nvPr/>
        </p:nvPicPr>
        <p:blipFill rotWithShape="1">
          <a:blip r:embed="rId2">
            <a:alphaModFix/>
          </a:blip>
          <a:srcRect b="0" l="0" r="0" t="0"/>
          <a:stretch/>
        </p:blipFill>
        <p:spPr>
          <a:xfrm>
            <a:off x="7824869" y="148040"/>
            <a:ext cx="1134282" cy="337187"/>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67" name="Shape 67"/>
        <p:cNvGrpSpPr/>
        <p:nvPr/>
      </p:nvGrpSpPr>
      <p:grpSpPr>
        <a:xfrm>
          <a:off x="0" y="0"/>
          <a:ext cx="0" cy="0"/>
          <a:chOff x="0" y="0"/>
          <a:chExt cx="0" cy="0"/>
        </a:xfrm>
      </p:grpSpPr>
      <p:sp>
        <p:nvSpPr>
          <p:cNvPr id="68" name="Google Shape;68;p16"/>
          <p:cNvSpPr txBox="1"/>
          <p:nvPr>
            <p:ph type="title"/>
          </p:nvPr>
        </p:nvSpPr>
        <p:spPr>
          <a:xfrm>
            <a:off x="628650" y="274639"/>
            <a:ext cx="7886700" cy="9939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9" name="Google Shape;69;p16"/>
          <p:cNvSpPr txBox="1"/>
          <p:nvPr>
            <p:ph idx="1" type="body"/>
          </p:nvPr>
        </p:nvSpPr>
        <p:spPr>
          <a:xfrm>
            <a:off x="628650" y="1370013"/>
            <a:ext cx="7886700" cy="32622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0" name="Google Shape;70;p16"/>
          <p:cNvSpPr txBox="1"/>
          <p:nvPr>
            <p:ph idx="12" type="sldNum"/>
          </p:nvPr>
        </p:nvSpPr>
        <p:spPr>
          <a:xfrm>
            <a:off x="6913852" y="4767263"/>
            <a:ext cx="2057400" cy="2748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b="0" i="0" sz="1200" u="none" cap="none" strike="noStrike">
                <a:solidFill>
                  <a:schemeClr val="dk1"/>
                </a:solidFill>
                <a:latin typeface="Arial"/>
                <a:ea typeface="Arial"/>
                <a:cs typeface="Arial"/>
                <a:sym typeface="Arial"/>
              </a:defRPr>
            </a:lvl1pPr>
            <a:lvl2pPr indent="0" lvl="1" marL="0" algn="r">
              <a:spcBef>
                <a:spcPts val="0"/>
              </a:spcBef>
              <a:buNone/>
              <a:defRPr b="0" i="0" sz="1200" u="none" cap="none" strike="noStrike">
                <a:solidFill>
                  <a:schemeClr val="dk1"/>
                </a:solidFill>
                <a:latin typeface="Arial"/>
                <a:ea typeface="Arial"/>
                <a:cs typeface="Arial"/>
                <a:sym typeface="Arial"/>
              </a:defRPr>
            </a:lvl2pPr>
            <a:lvl3pPr indent="0" lvl="2" marL="0" algn="r">
              <a:spcBef>
                <a:spcPts val="0"/>
              </a:spcBef>
              <a:buNone/>
              <a:defRPr b="0" i="0" sz="1200" u="none" cap="none" strike="noStrike">
                <a:solidFill>
                  <a:schemeClr val="dk1"/>
                </a:solidFill>
                <a:latin typeface="Arial"/>
                <a:ea typeface="Arial"/>
                <a:cs typeface="Arial"/>
                <a:sym typeface="Arial"/>
              </a:defRPr>
            </a:lvl3pPr>
            <a:lvl4pPr indent="0" lvl="3" marL="0" algn="r">
              <a:spcBef>
                <a:spcPts val="0"/>
              </a:spcBef>
              <a:buNone/>
              <a:defRPr b="0" i="0" sz="1200" u="none" cap="none" strike="noStrike">
                <a:solidFill>
                  <a:schemeClr val="dk1"/>
                </a:solidFill>
                <a:latin typeface="Arial"/>
                <a:ea typeface="Arial"/>
                <a:cs typeface="Arial"/>
                <a:sym typeface="Arial"/>
              </a:defRPr>
            </a:lvl4pPr>
            <a:lvl5pPr indent="0" lvl="4" marL="0" algn="r">
              <a:spcBef>
                <a:spcPts val="0"/>
              </a:spcBef>
              <a:buNone/>
              <a:defRPr b="0" i="0" sz="1200" u="none" cap="none" strike="noStrike">
                <a:solidFill>
                  <a:schemeClr val="dk1"/>
                </a:solidFill>
                <a:latin typeface="Arial"/>
                <a:ea typeface="Arial"/>
                <a:cs typeface="Arial"/>
                <a:sym typeface="Arial"/>
              </a:defRPr>
            </a:lvl5pPr>
            <a:lvl6pPr indent="0" lvl="5" marL="0" algn="r">
              <a:spcBef>
                <a:spcPts val="0"/>
              </a:spcBef>
              <a:buNone/>
              <a:defRPr b="0" i="0" sz="1200" u="none" cap="none" strike="noStrike">
                <a:solidFill>
                  <a:schemeClr val="dk1"/>
                </a:solidFill>
                <a:latin typeface="Arial"/>
                <a:ea typeface="Arial"/>
                <a:cs typeface="Arial"/>
                <a:sym typeface="Arial"/>
              </a:defRPr>
            </a:lvl6pPr>
            <a:lvl7pPr indent="0" lvl="6" marL="0" algn="r">
              <a:spcBef>
                <a:spcPts val="0"/>
              </a:spcBef>
              <a:buNone/>
              <a:defRPr b="0" i="0" sz="1200" u="none" cap="none" strike="noStrike">
                <a:solidFill>
                  <a:schemeClr val="dk1"/>
                </a:solidFill>
                <a:latin typeface="Arial"/>
                <a:ea typeface="Arial"/>
                <a:cs typeface="Arial"/>
                <a:sym typeface="Arial"/>
              </a:defRPr>
            </a:lvl7pPr>
            <a:lvl8pPr indent="0" lvl="7" marL="0" algn="r">
              <a:spcBef>
                <a:spcPts val="0"/>
              </a:spcBef>
              <a:buNone/>
              <a:defRPr b="0" i="0" sz="1200" u="none" cap="none" strike="noStrike">
                <a:solidFill>
                  <a:schemeClr val="dk1"/>
                </a:solidFill>
                <a:latin typeface="Arial"/>
                <a:ea typeface="Arial"/>
                <a:cs typeface="Arial"/>
                <a:sym typeface="Arial"/>
              </a:defRPr>
            </a:lvl8pPr>
            <a:lvl9pPr indent="0" lvl="8" marL="0" algn="r">
              <a:spcBef>
                <a:spcPts val="0"/>
              </a:spcBef>
              <a:buNone/>
              <a:defRPr b="0" i="0" sz="12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r>
              <a:rPr lang="de"/>
              <a:t>Public | </a:t>
            </a:r>
            <a:fld id="{00000000-1234-1234-1234-123412341234}" type="slidenum">
              <a:rPr lang="de"/>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71" name="Shape 71"/>
        <p:cNvGrpSpPr/>
        <p:nvPr/>
      </p:nvGrpSpPr>
      <p:grpSpPr>
        <a:xfrm>
          <a:off x="0" y="0"/>
          <a:ext cx="0" cy="0"/>
          <a:chOff x="0" y="0"/>
          <a:chExt cx="0" cy="0"/>
        </a:xfrm>
      </p:grpSpPr>
      <p:sp>
        <p:nvSpPr>
          <p:cNvPr id="72" name="Google Shape;72;p17"/>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Google Shape;73;p17"/>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4" name="Google Shape;74;p17"/>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de"/>
              <a:t>‹#›</a:t>
            </a:fld>
            <a:endParaRPr/>
          </a:p>
        </p:txBody>
      </p:sp>
      <p:pic>
        <p:nvPicPr>
          <p:cNvPr id="75" name="Google Shape;75;p17"/>
          <p:cNvPicPr preferRelativeResize="0"/>
          <p:nvPr/>
        </p:nvPicPr>
        <p:blipFill rotWithShape="1">
          <a:blip r:embed="rId2">
            <a:alphaModFix/>
          </a:blip>
          <a:srcRect b="0" l="0" r="0" t="0"/>
          <a:stretch/>
        </p:blipFill>
        <p:spPr>
          <a:xfrm>
            <a:off x="7824869" y="148040"/>
            <a:ext cx="1134282" cy="337187"/>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p:cSld name="1_Title Slide">
    <p:spTree>
      <p:nvGrpSpPr>
        <p:cNvPr id="76" name="Shape 76"/>
        <p:cNvGrpSpPr/>
        <p:nvPr/>
      </p:nvGrpSpPr>
      <p:grpSpPr>
        <a:xfrm>
          <a:off x="0" y="0"/>
          <a:ext cx="0" cy="0"/>
          <a:chOff x="0" y="0"/>
          <a:chExt cx="0" cy="0"/>
        </a:xfrm>
      </p:grpSpPr>
      <p:sp>
        <p:nvSpPr>
          <p:cNvPr id="77" name="Google Shape;77;p18"/>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Google Shape;78;p18"/>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Google Shape;79;p18"/>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de"/>
              <a:t>‹#›</a:t>
            </a:fld>
            <a:endParaRPr/>
          </a:p>
        </p:txBody>
      </p:sp>
      <p:pic>
        <p:nvPicPr>
          <p:cNvPr id="80" name="Google Shape;80;p18"/>
          <p:cNvPicPr preferRelativeResize="0"/>
          <p:nvPr/>
        </p:nvPicPr>
        <p:blipFill rotWithShape="1">
          <a:blip r:embed="rId2">
            <a:alphaModFix/>
          </a:blip>
          <a:srcRect b="0" l="0" r="0" t="0"/>
          <a:stretch/>
        </p:blipFill>
        <p:spPr>
          <a:xfrm>
            <a:off x="7824869" y="148040"/>
            <a:ext cx="1134282" cy="337187"/>
          </a:xfrm>
          <a:prstGeom prst="rect">
            <a:avLst/>
          </a:prstGeom>
          <a:noFill/>
          <a:ln>
            <a:noFill/>
          </a:ln>
        </p:spPr>
      </p:pic>
      <p:sp>
        <p:nvSpPr>
          <p:cNvPr id="81" name="Google Shape;81;p18"/>
          <p:cNvSpPr txBox="1"/>
          <p:nvPr>
            <p:ph type="title"/>
          </p:nvPr>
        </p:nvSpPr>
        <p:spPr>
          <a:xfrm>
            <a:off x="354330" y="31663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2600"/>
              <a:buFont typeface="Play"/>
              <a:buNone/>
              <a:defRPr b="1" sz="26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2" name="Google Shape;82;p18"/>
          <p:cNvSpPr txBox="1"/>
          <p:nvPr>
            <p:ph idx="1" type="body"/>
          </p:nvPr>
        </p:nvSpPr>
        <p:spPr>
          <a:xfrm>
            <a:off x="354330" y="1500188"/>
            <a:ext cx="6358500" cy="2090400"/>
          </a:xfrm>
          <a:prstGeom prst="rect">
            <a:avLst/>
          </a:prstGeom>
          <a:noFill/>
          <a:ln>
            <a:noFill/>
          </a:ln>
        </p:spPr>
        <p:txBody>
          <a:bodyPr anchorCtr="0" anchor="t" bIns="34275" lIns="68575" spcFirstLastPara="1" rIns="68575" wrap="square" tIns="34275">
            <a:normAutofit/>
          </a:bodyPr>
          <a:lstStyle>
            <a:lvl1pPr indent="-311150" lvl="0" marL="457200" algn="l">
              <a:lnSpc>
                <a:spcPct val="90000"/>
              </a:lnSpc>
              <a:spcBef>
                <a:spcPts val="800"/>
              </a:spcBef>
              <a:spcAft>
                <a:spcPts val="0"/>
              </a:spcAft>
              <a:buClr>
                <a:schemeClr val="dk1"/>
              </a:buClr>
              <a:buSzPts val="1300"/>
              <a:buChar char="•"/>
              <a:defRPr sz="1300"/>
            </a:lvl1pPr>
            <a:lvl2pPr indent="-311150" lvl="1" marL="914400" algn="l">
              <a:lnSpc>
                <a:spcPct val="90000"/>
              </a:lnSpc>
              <a:spcBef>
                <a:spcPts val="400"/>
              </a:spcBef>
              <a:spcAft>
                <a:spcPts val="0"/>
              </a:spcAft>
              <a:buClr>
                <a:schemeClr val="dk1"/>
              </a:buClr>
              <a:buSzPts val="1300"/>
              <a:buChar char="•"/>
              <a:defRPr sz="1300"/>
            </a:lvl2pPr>
            <a:lvl3pPr indent="-311150" lvl="2" marL="1371600" algn="l">
              <a:lnSpc>
                <a:spcPct val="90000"/>
              </a:lnSpc>
              <a:spcBef>
                <a:spcPts val="400"/>
              </a:spcBef>
              <a:spcAft>
                <a:spcPts val="0"/>
              </a:spcAft>
              <a:buClr>
                <a:schemeClr val="dk1"/>
              </a:buClr>
              <a:buSzPts val="1300"/>
              <a:buChar char="•"/>
              <a:defRPr sz="1300"/>
            </a:lvl3pPr>
            <a:lvl4pPr indent="-311150" lvl="3" marL="1828800" algn="l">
              <a:lnSpc>
                <a:spcPct val="90000"/>
              </a:lnSpc>
              <a:spcBef>
                <a:spcPts val="400"/>
              </a:spcBef>
              <a:spcAft>
                <a:spcPts val="0"/>
              </a:spcAft>
              <a:buClr>
                <a:schemeClr val="dk1"/>
              </a:buClr>
              <a:buSzPts val="1300"/>
              <a:buChar char="•"/>
              <a:defRPr sz="1300"/>
            </a:lvl4pPr>
            <a:lvl5pPr indent="-311150" lvl="4" marL="2286000" algn="l">
              <a:lnSpc>
                <a:spcPct val="90000"/>
              </a:lnSpc>
              <a:spcBef>
                <a:spcPts val="400"/>
              </a:spcBef>
              <a:spcAft>
                <a:spcPts val="0"/>
              </a:spcAft>
              <a:buClr>
                <a:schemeClr val="dk1"/>
              </a:buClr>
              <a:buSzPts val="1300"/>
              <a:buChar char="•"/>
              <a:defRPr sz="13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Slide">
  <p:cSld name="2_Title Slide">
    <p:spTree>
      <p:nvGrpSpPr>
        <p:cNvPr id="83" name="Shape 83"/>
        <p:cNvGrpSpPr/>
        <p:nvPr/>
      </p:nvGrpSpPr>
      <p:grpSpPr>
        <a:xfrm>
          <a:off x="0" y="0"/>
          <a:ext cx="0" cy="0"/>
          <a:chOff x="0" y="0"/>
          <a:chExt cx="0" cy="0"/>
        </a:xfrm>
      </p:grpSpPr>
      <p:sp>
        <p:nvSpPr>
          <p:cNvPr id="84" name="Google Shape;84;p19"/>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5" name="Google Shape;85;p19"/>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6" name="Google Shape;86;p19"/>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de"/>
              <a:t>‹#›</a:t>
            </a:fld>
            <a:endParaRPr/>
          </a:p>
        </p:txBody>
      </p:sp>
      <p:pic>
        <p:nvPicPr>
          <p:cNvPr id="87" name="Google Shape;87;p19"/>
          <p:cNvPicPr preferRelativeResize="0"/>
          <p:nvPr/>
        </p:nvPicPr>
        <p:blipFill rotWithShape="1">
          <a:blip r:embed="rId2">
            <a:alphaModFix/>
          </a:blip>
          <a:srcRect b="0" l="0" r="0" t="0"/>
          <a:stretch/>
        </p:blipFill>
        <p:spPr>
          <a:xfrm>
            <a:off x="7824869" y="148040"/>
            <a:ext cx="1134282" cy="337187"/>
          </a:xfrm>
          <a:prstGeom prst="rect">
            <a:avLst/>
          </a:prstGeom>
          <a:noFill/>
          <a:ln>
            <a:noFill/>
          </a:ln>
        </p:spPr>
      </p:pic>
      <p:sp>
        <p:nvSpPr>
          <p:cNvPr id="88" name="Google Shape;88;p19"/>
          <p:cNvSpPr txBox="1"/>
          <p:nvPr>
            <p:ph type="title"/>
          </p:nvPr>
        </p:nvSpPr>
        <p:spPr>
          <a:xfrm>
            <a:off x="354330" y="31663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2600"/>
              <a:buFont typeface="Play"/>
              <a:buNone/>
              <a:defRPr b="1" sz="26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9" name="Google Shape;89;p19"/>
          <p:cNvSpPr txBox="1"/>
          <p:nvPr>
            <p:ph idx="1" type="body"/>
          </p:nvPr>
        </p:nvSpPr>
        <p:spPr>
          <a:xfrm>
            <a:off x="354331" y="1500188"/>
            <a:ext cx="3712200" cy="2090400"/>
          </a:xfrm>
          <a:prstGeom prst="rect">
            <a:avLst/>
          </a:prstGeom>
          <a:noFill/>
          <a:ln>
            <a:noFill/>
          </a:ln>
        </p:spPr>
        <p:txBody>
          <a:bodyPr anchorCtr="0" anchor="t" bIns="34275" lIns="68575" spcFirstLastPara="1" rIns="68575" wrap="square" tIns="34275">
            <a:normAutofit/>
          </a:bodyPr>
          <a:lstStyle>
            <a:lvl1pPr indent="-311150" lvl="0" marL="457200" algn="l">
              <a:lnSpc>
                <a:spcPct val="90000"/>
              </a:lnSpc>
              <a:spcBef>
                <a:spcPts val="800"/>
              </a:spcBef>
              <a:spcAft>
                <a:spcPts val="0"/>
              </a:spcAft>
              <a:buClr>
                <a:schemeClr val="dk1"/>
              </a:buClr>
              <a:buSzPts val="1300"/>
              <a:buChar char="•"/>
              <a:defRPr sz="1300"/>
            </a:lvl1pPr>
            <a:lvl2pPr indent="-311150" lvl="1" marL="914400" algn="l">
              <a:lnSpc>
                <a:spcPct val="90000"/>
              </a:lnSpc>
              <a:spcBef>
                <a:spcPts val="400"/>
              </a:spcBef>
              <a:spcAft>
                <a:spcPts val="0"/>
              </a:spcAft>
              <a:buClr>
                <a:schemeClr val="dk1"/>
              </a:buClr>
              <a:buSzPts val="1300"/>
              <a:buChar char="•"/>
              <a:defRPr sz="1300"/>
            </a:lvl2pPr>
            <a:lvl3pPr indent="-311150" lvl="2" marL="1371600" algn="l">
              <a:lnSpc>
                <a:spcPct val="90000"/>
              </a:lnSpc>
              <a:spcBef>
                <a:spcPts val="400"/>
              </a:spcBef>
              <a:spcAft>
                <a:spcPts val="0"/>
              </a:spcAft>
              <a:buClr>
                <a:schemeClr val="dk1"/>
              </a:buClr>
              <a:buSzPts val="1300"/>
              <a:buChar char="•"/>
              <a:defRPr sz="1300"/>
            </a:lvl3pPr>
            <a:lvl4pPr indent="-311150" lvl="3" marL="1828800" algn="l">
              <a:lnSpc>
                <a:spcPct val="90000"/>
              </a:lnSpc>
              <a:spcBef>
                <a:spcPts val="400"/>
              </a:spcBef>
              <a:spcAft>
                <a:spcPts val="0"/>
              </a:spcAft>
              <a:buClr>
                <a:schemeClr val="dk1"/>
              </a:buClr>
              <a:buSzPts val="1300"/>
              <a:buChar char="•"/>
              <a:defRPr sz="1300"/>
            </a:lvl4pPr>
            <a:lvl5pPr indent="-311150" lvl="4" marL="2286000" algn="l">
              <a:lnSpc>
                <a:spcPct val="90000"/>
              </a:lnSpc>
              <a:spcBef>
                <a:spcPts val="400"/>
              </a:spcBef>
              <a:spcAft>
                <a:spcPts val="0"/>
              </a:spcAft>
              <a:buClr>
                <a:schemeClr val="dk1"/>
              </a:buClr>
              <a:buSzPts val="1300"/>
              <a:buChar char="•"/>
              <a:defRPr sz="13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0" name="Google Shape;90;p19"/>
          <p:cNvSpPr/>
          <p:nvPr>
            <p:ph idx="2" type="clipArt"/>
          </p:nvPr>
        </p:nvSpPr>
        <p:spPr>
          <a:xfrm>
            <a:off x="4324350" y="1484710"/>
            <a:ext cx="4542300" cy="3089700"/>
          </a:xfrm>
          <a:prstGeom prst="rect">
            <a:avLst/>
          </a:prstGeom>
          <a:noFill/>
          <a:ln>
            <a:no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Title Slide">
  <p:cSld name="3_Title Slide">
    <p:spTree>
      <p:nvGrpSpPr>
        <p:cNvPr id="91" name="Shape 91"/>
        <p:cNvGrpSpPr/>
        <p:nvPr/>
      </p:nvGrpSpPr>
      <p:grpSpPr>
        <a:xfrm>
          <a:off x="0" y="0"/>
          <a:ext cx="0" cy="0"/>
          <a:chOff x="0" y="0"/>
          <a:chExt cx="0" cy="0"/>
        </a:xfrm>
      </p:grpSpPr>
      <p:sp>
        <p:nvSpPr>
          <p:cNvPr id="92" name="Google Shape;92;p20"/>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3" name="Google Shape;93;p20"/>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4" name="Google Shape;94;p20"/>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de"/>
              <a:t>‹#›</a:t>
            </a:fld>
            <a:endParaRPr/>
          </a:p>
        </p:txBody>
      </p:sp>
      <p:sp>
        <p:nvSpPr>
          <p:cNvPr id="95" name="Google Shape;95;p20"/>
          <p:cNvSpPr txBox="1"/>
          <p:nvPr>
            <p:ph type="title"/>
          </p:nvPr>
        </p:nvSpPr>
        <p:spPr>
          <a:xfrm>
            <a:off x="354330" y="31663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2600"/>
              <a:buFont typeface="Play"/>
              <a:buNone/>
              <a:defRPr b="1" sz="26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96" name="Google Shape;96;p20"/>
          <p:cNvSpPr txBox="1"/>
          <p:nvPr>
            <p:ph idx="1" type="body"/>
          </p:nvPr>
        </p:nvSpPr>
        <p:spPr>
          <a:xfrm>
            <a:off x="354330" y="1500188"/>
            <a:ext cx="6358500" cy="2090400"/>
          </a:xfrm>
          <a:prstGeom prst="rect">
            <a:avLst/>
          </a:prstGeom>
          <a:noFill/>
          <a:ln>
            <a:noFill/>
          </a:ln>
        </p:spPr>
        <p:txBody>
          <a:bodyPr anchorCtr="0" anchor="t" bIns="34275" lIns="68575" spcFirstLastPara="1" rIns="68575" wrap="square" tIns="34275">
            <a:normAutofit/>
          </a:bodyPr>
          <a:lstStyle>
            <a:lvl1pPr indent="-311150" lvl="0" marL="457200" algn="l">
              <a:lnSpc>
                <a:spcPct val="90000"/>
              </a:lnSpc>
              <a:spcBef>
                <a:spcPts val="800"/>
              </a:spcBef>
              <a:spcAft>
                <a:spcPts val="0"/>
              </a:spcAft>
              <a:buClr>
                <a:schemeClr val="dk1"/>
              </a:buClr>
              <a:buSzPts val="1300"/>
              <a:buChar char="•"/>
              <a:defRPr sz="1300"/>
            </a:lvl1pPr>
            <a:lvl2pPr indent="-311150" lvl="1" marL="914400" algn="l">
              <a:lnSpc>
                <a:spcPct val="90000"/>
              </a:lnSpc>
              <a:spcBef>
                <a:spcPts val="400"/>
              </a:spcBef>
              <a:spcAft>
                <a:spcPts val="0"/>
              </a:spcAft>
              <a:buClr>
                <a:schemeClr val="dk1"/>
              </a:buClr>
              <a:buSzPts val="1300"/>
              <a:buChar char="•"/>
              <a:defRPr sz="1300"/>
            </a:lvl2pPr>
            <a:lvl3pPr indent="-311150" lvl="2" marL="1371600" algn="l">
              <a:lnSpc>
                <a:spcPct val="90000"/>
              </a:lnSpc>
              <a:spcBef>
                <a:spcPts val="400"/>
              </a:spcBef>
              <a:spcAft>
                <a:spcPts val="0"/>
              </a:spcAft>
              <a:buClr>
                <a:schemeClr val="dk1"/>
              </a:buClr>
              <a:buSzPts val="1300"/>
              <a:buChar char="•"/>
              <a:defRPr sz="1300"/>
            </a:lvl3pPr>
            <a:lvl4pPr indent="-311150" lvl="3" marL="1828800" algn="l">
              <a:lnSpc>
                <a:spcPct val="90000"/>
              </a:lnSpc>
              <a:spcBef>
                <a:spcPts val="400"/>
              </a:spcBef>
              <a:spcAft>
                <a:spcPts val="0"/>
              </a:spcAft>
              <a:buClr>
                <a:schemeClr val="dk1"/>
              </a:buClr>
              <a:buSzPts val="1300"/>
              <a:buChar char="•"/>
              <a:defRPr sz="1300"/>
            </a:lvl4pPr>
            <a:lvl5pPr indent="-311150" lvl="4" marL="2286000" algn="l">
              <a:lnSpc>
                <a:spcPct val="90000"/>
              </a:lnSpc>
              <a:spcBef>
                <a:spcPts val="400"/>
              </a:spcBef>
              <a:spcAft>
                <a:spcPts val="0"/>
              </a:spcAft>
              <a:buClr>
                <a:schemeClr val="dk1"/>
              </a:buClr>
              <a:buSzPts val="1300"/>
              <a:buChar char="•"/>
              <a:defRPr sz="13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pic>
        <p:nvPicPr>
          <p:cNvPr id="97" name="Google Shape;97;p20"/>
          <p:cNvPicPr preferRelativeResize="0"/>
          <p:nvPr/>
        </p:nvPicPr>
        <p:blipFill rotWithShape="1">
          <a:blip r:embed="rId2">
            <a:alphaModFix/>
          </a:blip>
          <a:srcRect b="0" l="0" r="0" t="0"/>
          <a:stretch/>
        </p:blipFill>
        <p:spPr>
          <a:xfrm>
            <a:off x="7783574" y="185537"/>
            <a:ext cx="1170643" cy="213383"/>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itle Slide">
  <p:cSld name="4_Title Slide">
    <p:spTree>
      <p:nvGrpSpPr>
        <p:cNvPr id="98" name="Shape 98"/>
        <p:cNvGrpSpPr/>
        <p:nvPr/>
      </p:nvGrpSpPr>
      <p:grpSpPr>
        <a:xfrm>
          <a:off x="0" y="0"/>
          <a:ext cx="0" cy="0"/>
          <a:chOff x="0" y="0"/>
          <a:chExt cx="0" cy="0"/>
        </a:xfrm>
      </p:grpSpPr>
      <p:sp>
        <p:nvSpPr>
          <p:cNvPr id="99" name="Google Shape;99;p21"/>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0" name="Google Shape;100;p21"/>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1" name="Google Shape;101;p21"/>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de"/>
              <a:t>‹#›</a:t>
            </a:fld>
            <a:endParaRPr/>
          </a:p>
        </p:txBody>
      </p:sp>
      <p:sp>
        <p:nvSpPr>
          <p:cNvPr id="102" name="Google Shape;102;p21"/>
          <p:cNvSpPr txBox="1"/>
          <p:nvPr>
            <p:ph type="title"/>
          </p:nvPr>
        </p:nvSpPr>
        <p:spPr>
          <a:xfrm>
            <a:off x="354330" y="31663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2600"/>
              <a:buFont typeface="Play"/>
              <a:buNone/>
              <a:defRPr b="1" sz="26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3" name="Google Shape;103;p21"/>
          <p:cNvSpPr txBox="1"/>
          <p:nvPr>
            <p:ph idx="1" type="body"/>
          </p:nvPr>
        </p:nvSpPr>
        <p:spPr>
          <a:xfrm>
            <a:off x="354331" y="1500188"/>
            <a:ext cx="3712200" cy="2090400"/>
          </a:xfrm>
          <a:prstGeom prst="rect">
            <a:avLst/>
          </a:prstGeom>
          <a:noFill/>
          <a:ln>
            <a:noFill/>
          </a:ln>
        </p:spPr>
        <p:txBody>
          <a:bodyPr anchorCtr="0" anchor="t" bIns="34275" lIns="68575" spcFirstLastPara="1" rIns="68575" wrap="square" tIns="34275">
            <a:normAutofit/>
          </a:bodyPr>
          <a:lstStyle>
            <a:lvl1pPr indent="-311150" lvl="0" marL="457200" algn="l">
              <a:lnSpc>
                <a:spcPct val="90000"/>
              </a:lnSpc>
              <a:spcBef>
                <a:spcPts val="800"/>
              </a:spcBef>
              <a:spcAft>
                <a:spcPts val="0"/>
              </a:spcAft>
              <a:buClr>
                <a:schemeClr val="dk1"/>
              </a:buClr>
              <a:buSzPts val="1300"/>
              <a:buChar char="•"/>
              <a:defRPr sz="1300"/>
            </a:lvl1pPr>
            <a:lvl2pPr indent="-311150" lvl="1" marL="914400" algn="l">
              <a:lnSpc>
                <a:spcPct val="90000"/>
              </a:lnSpc>
              <a:spcBef>
                <a:spcPts val="400"/>
              </a:spcBef>
              <a:spcAft>
                <a:spcPts val="0"/>
              </a:spcAft>
              <a:buClr>
                <a:schemeClr val="dk1"/>
              </a:buClr>
              <a:buSzPts val="1300"/>
              <a:buChar char="•"/>
              <a:defRPr sz="1300"/>
            </a:lvl2pPr>
            <a:lvl3pPr indent="-311150" lvl="2" marL="1371600" algn="l">
              <a:lnSpc>
                <a:spcPct val="90000"/>
              </a:lnSpc>
              <a:spcBef>
                <a:spcPts val="400"/>
              </a:spcBef>
              <a:spcAft>
                <a:spcPts val="0"/>
              </a:spcAft>
              <a:buClr>
                <a:schemeClr val="dk1"/>
              </a:buClr>
              <a:buSzPts val="1300"/>
              <a:buChar char="•"/>
              <a:defRPr sz="1300"/>
            </a:lvl3pPr>
            <a:lvl4pPr indent="-311150" lvl="3" marL="1828800" algn="l">
              <a:lnSpc>
                <a:spcPct val="90000"/>
              </a:lnSpc>
              <a:spcBef>
                <a:spcPts val="400"/>
              </a:spcBef>
              <a:spcAft>
                <a:spcPts val="0"/>
              </a:spcAft>
              <a:buClr>
                <a:schemeClr val="dk1"/>
              </a:buClr>
              <a:buSzPts val="1300"/>
              <a:buChar char="•"/>
              <a:defRPr sz="1300"/>
            </a:lvl4pPr>
            <a:lvl5pPr indent="-311150" lvl="4" marL="2286000" algn="l">
              <a:lnSpc>
                <a:spcPct val="90000"/>
              </a:lnSpc>
              <a:spcBef>
                <a:spcPts val="400"/>
              </a:spcBef>
              <a:spcAft>
                <a:spcPts val="0"/>
              </a:spcAft>
              <a:buClr>
                <a:schemeClr val="dk1"/>
              </a:buClr>
              <a:buSzPts val="1300"/>
              <a:buChar char="•"/>
              <a:defRPr sz="13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04" name="Google Shape;104;p21"/>
          <p:cNvSpPr/>
          <p:nvPr>
            <p:ph idx="2" type="clipArt"/>
          </p:nvPr>
        </p:nvSpPr>
        <p:spPr>
          <a:xfrm>
            <a:off x="4324350" y="1484710"/>
            <a:ext cx="4542300" cy="3089700"/>
          </a:xfrm>
          <a:prstGeom prst="rect">
            <a:avLst/>
          </a:prstGeom>
          <a:noFill/>
          <a:ln>
            <a:noFill/>
          </a:ln>
        </p:spPr>
      </p:sp>
      <p:pic>
        <p:nvPicPr>
          <p:cNvPr id="105" name="Google Shape;105;p21"/>
          <p:cNvPicPr preferRelativeResize="0"/>
          <p:nvPr/>
        </p:nvPicPr>
        <p:blipFill rotWithShape="1">
          <a:blip r:embed="rId2">
            <a:alphaModFix/>
          </a:blip>
          <a:srcRect b="0" l="0" r="0" t="0"/>
          <a:stretch/>
        </p:blipFill>
        <p:spPr>
          <a:xfrm>
            <a:off x="7783574" y="185537"/>
            <a:ext cx="1170643" cy="213383"/>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p:cSld name="1_Title and Content">
    <p:spTree>
      <p:nvGrpSpPr>
        <p:cNvPr id="106" name="Shape 106"/>
        <p:cNvGrpSpPr/>
        <p:nvPr/>
      </p:nvGrpSpPr>
      <p:grpSpPr>
        <a:xfrm>
          <a:off x="0" y="0"/>
          <a:ext cx="0" cy="0"/>
          <a:chOff x="0" y="0"/>
          <a:chExt cx="0" cy="0"/>
        </a:xfrm>
      </p:grpSpPr>
      <p:sp>
        <p:nvSpPr>
          <p:cNvPr id="107" name="Google Shape;107;p22"/>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8" name="Google Shape;108;p22"/>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9" name="Google Shape;109;p22"/>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de"/>
              <a:t>‹#›</a:t>
            </a:fld>
            <a:endParaRPr/>
          </a:p>
        </p:txBody>
      </p:sp>
      <p:pic>
        <p:nvPicPr>
          <p:cNvPr id="110" name="Google Shape;110;p22"/>
          <p:cNvPicPr preferRelativeResize="0"/>
          <p:nvPr/>
        </p:nvPicPr>
        <p:blipFill rotWithShape="1">
          <a:blip r:embed="rId2">
            <a:alphaModFix/>
          </a:blip>
          <a:srcRect b="0" l="0" r="0" t="0"/>
          <a:stretch/>
        </p:blipFill>
        <p:spPr>
          <a:xfrm>
            <a:off x="7783574" y="185537"/>
            <a:ext cx="1170643" cy="213383"/>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1" type="obj">
  <p:cSld name="OBJECT">
    <p:spTree>
      <p:nvGrpSpPr>
        <p:cNvPr id="111" name="Shape 111"/>
        <p:cNvGrpSpPr/>
        <p:nvPr/>
      </p:nvGrpSpPr>
      <p:grpSpPr>
        <a:xfrm>
          <a:off x="0" y="0"/>
          <a:ext cx="0" cy="0"/>
          <a:chOff x="0" y="0"/>
          <a:chExt cx="0" cy="0"/>
        </a:xfrm>
      </p:grpSpPr>
      <p:sp>
        <p:nvSpPr>
          <p:cNvPr id="112" name="Google Shape;112;p23"/>
          <p:cNvSpPr txBox="1"/>
          <p:nvPr>
            <p:ph type="title"/>
          </p:nvPr>
        </p:nvSpPr>
        <p:spPr>
          <a:xfrm>
            <a:off x="457200" y="205979"/>
            <a:ext cx="8229600" cy="8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13" name="Google Shape;113;p23"/>
          <p:cNvSpPr txBox="1"/>
          <p:nvPr>
            <p:ph idx="1" type="body"/>
          </p:nvPr>
        </p:nvSpPr>
        <p:spPr>
          <a:xfrm>
            <a:off x="457200" y="1200151"/>
            <a:ext cx="8229600" cy="33945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14" name="Google Shape;114;p23"/>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5" name="Google Shape;115;p23"/>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6" name="Google Shape;116;p23"/>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17" name="Shape 117"/>
        <p:cNvGrpSpPr/>
        <p:nvPr/>
      </p:nvGrpSpPr>
      <p:grpSpPr>
        <a:xfrm>
          <a:off x="0" y="0"/>
          <a:ext cx="0" cy="0"/>
          <a:chOff x="0" y="0"/>
          <a:chExt cx="0" cy="0"/>
        </a:xfrm>
      </p:grpSpPr>
      <p:sp>
        <p:nvSpPr>
          <p:cNvPr id="118" name="Google Shape;118;p24"/>
          <p:cNvSpPr txBox="1"/>
          <p:nvPr>
            <p:ph type="title"/>
          </p:nvPr>
        </p:nvSpPr>
        <p:spPr>
          <a:xfrm>
            <a:off x="457201" y="204787"/>
            <a:ext cx="3008400" cy="8715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1500"/>
              <a:buFont typeface="Calibri"/>
              <a:buNone/>
              <a:defRPr b="1" sz="1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19" name="Google Shape;119;p24"/>
          <p:cNvSpPr txBox="1"/>
          <p:nvPr>
            <p:ph idx="1" type="body"/>
          </p:nvPr>
        </p:nvSpPr>
        <p:spPr>
          <a:xfrm>
            <a:off x="3575050" y="204788"/>
            <a:ext cx="5111700" cy="4389900"/>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61950" lvl="1" marL="914400" algn="l">
              <a:spcBef>
                <a:spcPts val="420"/>
              </a:spcBef>
              <a:spcAft>
                <a:spcPts val="0"/>
              </a:spcAft>
              <a:buClr>
                <a:schemeClr val="dk1"/>
              </a:buClr>
              <a:buSzPts val="2100"/>
              <a:buChar char="•"/>
              <a:defRPr sz="2100"/>
            </a:lvl2pPr>
            <a:lvl3pPr indent="-342900" lvl="2" marL="1371600" algn="l">
              <a:spcBef>
                <a:spcPts val="360"/>
              </a:spcBef>
              <a:spcAft>
                <a:spcPts val="0"/>
              </a:spcAft>
              <a:buClr>
                <a:schemeClr val="dk1"/>
              </a:buClr>
              <a:buSzPts val="1800"/>
              <a:buChar char="•"/>
              <a:defRPr sz="1800"/>
            </a:lvl3pPr>
            <a:lvl4pPr indent="-323850" lvl="3" marL="1828800" algn="l">
              <a:spcBef>
                <a:spcPts val="300"/>
              </a:spcBef>
              <a:spcAft>
                <a:spcPts val="0"/>
              </a:spcAft>
              <a:buClr>
                <a:schemeClr val="dk1"/>
              </a:buClr>
              <a:buSzPts val="1500"/>
              <a:buChar char="•"/>
              <a:defRPr sz="1500"/>
            </a:lvl4pPr>
            <a:lvl5pPr indent="-323850" lvl="4" marL="2286000" algn="l">
              <a:spcBef>
                <a:spcPts val="300"/>
              </a:spcBef>
              <a:spcAft>
                <a:spcPts val="0"/>
              </a:spcAft>
              <a:buClr>
                <a:schemeClr val="dk1"/>
              </a:buClr>
              <a:buSzPts val="1500"/>
              <a:buChar char="•"/>
              <a:defRPr sz="1500"/>
            </a:lvl5pPr>
            <a:lvl6pPr indent="-323850" lvl="5" marL="2743200" algn="l">
              <a:spcBef>
                <a:spcPts val="300"/>
              </a:spcBef>
              <a:spcAft>
                <a:spcPts val="0"/>
              </a:spcAft>
              <a:buClr>
                <a:schemeClr val="dk1"/>
              </a:buClr>
              <a:buSzPts val="1500"/>
              <a:buChar char="•"/>
              <a:defRPr sz="1500"/>
            </a:lvl6pPr>
            <a:lvl7pPr indent="-323850" lvl="6" marL="3200400" algn="l">
              <a:spcBef>
                <a:spcPts val="300"/>
              </a:spcBef>
              <a:spcAft>
                <a:spcPts val="0"/>
              </a:spcAft>
              <a:buClr>
                <a:schemeClr val="dk1"/>
              </a:buClr>
              <a:buSzPts val="1500"/>
              <a:buChar char="•"/>
              <a:defRPr sz="1500"/>
            </a:lvl7pPr>
            <a:lvl8pPr indent="-323850" lvl="7" marL="3657600" algn="l">
              <a:spcBef>
                <a:spcPts val="300"/>
              </a:spcBef>
              <a:spcAft>
                <a:spcPts val="0"/>
              </a:spcAft>
              <a:buClr>
                <a:schemeClr val="dk1"/>
              </a:buClr>
              <a:buSzPts val="1500"/>
              <a:buChar char="•"/>
              <a:defRPr sz="1500"/>
            </a:lvl8pPr>
            <a:lvl9pPr indent="-323850" lvl="8" marL="4114800" algn="l">
              <a:spcBef>
                <a:spcPts val="300"/>
              </a:spcBef>
              <a:spcAft>
                <a:spcPts val="0"/>
              </a:spcAft>
              <a:buClr>
                <a:schemeClr val="dk1"/>
              </a:buClr>
              <a:buSzPts val="1500"/>
              <a:buChar char="•"/>
              <a:defRPr sz="1500"/>
            </a:lvl9pPr>
          </a:lstStyle>
          <a:p/>
        </p:txBody>
      </p:sp>
      <p:sp>
        <p:nvSpPr>
          <p:cNvPr id="120" name="Google Shape;120;p24"/>
          <p:cNvSpPr txBox="1"/>
          <p:nvPr>
            <p:ph idx="2" type="body"/>
          </p:nvPr>
        </p:nvSpPr>
        <p:spPr>
          <a:xfrm>
            <a:off x="457201" y="1076326"/>
            <a:ext cx="3008400" cy="3518400"/>
          </a:xfrm>
          <a:prstGeom prst="rect">
            <a:avLst/>
          </a:prstGeom>
          <a:noFill/>
          <a:ln>
            <a:noFill/>
          </a:ln>
        </p:spPr>
        <p:txBody>
          <a:bodyPr anchorCtr="0" anchor="t" bIns="45700" lIns="91425" spcFirstLastPara="1" rIns="91425" wrap="square" tIns="45700">
            <a:normAutofit/>
          </a:bodyPr>
          <a:lstStyle>
            <a:lvl1pPr indent="-228600" lvl="0" marL="457200" algn="l">
              <a:spcBef>
                <a:spcPts val="210"/>
              </a:spcBef>
              <a:spcAft>
                <a:spcPts val="0"/>
              </a:spcAft>
              <a:buClr>
                <a:schemeClr val="dk1"/>
              </a:buClr>
              <a:buSzPts val="1050"/>
              <a:buNone/>
              <a:defRPr sz="1050"/>
            </a:lvl1pPr>
            <a:lvl2pPr indent="-228600" lvl="1" marL="914400" algn="l">
              <a:spcBef>
                <a:spcPts val="180"/>
              </a:spcBef>
              <a:spcAft>
                <a:spcPts val="0"/>
              </a:spcAft>
              <a:buClr>
                <a:schemeClr val="dk1"/>
              </a:buClr>
              <a:buSzPts val="900"/>
              <a:buNone/>
              <a:defRPr sz="900"/>
            </a:lvl2pPr>
            <a:lvl3pPr indent="-228600" lvl="2" marL="1371600" algn="l">
              <a:spcBef>
                <a:spcPts val="150"/>
              </a:spcBef>
              <a:spcAft>
                <a:spcPts val="0"/>
              </a:spcAft>
              <a:buClr>
                <a:schemeClr val="dk1"/>
              </a:buClr>
              <a:buSzPts val="750"/>
              <a:buNone/>
              <a:defRPr sz="750"/>
            </a:lvl3pPr>
            <a:lvl4pPr indent="-228600" lvl="3" marL="1828800" algn="l">
              <a:spcBef>
                <a:spcPts val="135"/>
              </a:spcBef>
              <a:spcAft>
                <a:spcPts val="0"/>
              </a:spcAft>
              <a:buClr>
                <a:schemeClr val="dk1"/>
              </a:buClr>
              <a:buSzPts val="675"/>
              <a:buNone/>
              <a:defRPr sz="675"/>
            </a:lvl4pPr>
            <a:lvl5pPr indent="-228600" lvl="4" marL="2286000" algn="l">
              <a:spcBef>
                <a:spcPts val="135"/>
              </a:spcBef>
              <a:spcAft>
                <a:spcPts val="0"/>
              </a:spcAft>
              <a:buClr>
                <a:schemeClr val="dk1"/>
              </a:buClr>
              <a:buSzPts val="675"/>
              <a:buNone/>
              <a:defRPr sz="675"/>
            </a:lvl5pPr>
            <a:lvl6pPr indent="-228600" lvl="5" marL="2743200" algn="l">
              <a:spcBef>
                <a:spcPts val="135"/>
              </a:spcBef>
              <a:spcAft>
                <a:spcPts val="0"/>
              </a:spcAft>
              <a:buClr>
                <a:schemeClr val="dk1"/>
              </a:buClr>
              <a:buSzPts val="675"/>
              <a:buNone/>
              <a:defRPr sz="675"/>
            </a:lvl6pPr>
            <a:lvl7pPr indent="-228600" lvl="6" marL="3200400" algn="l">
              <a:spcBef>
                <a:spcPts val="135"/>
              </a:spcBef>
              <a:spcAft>
                <a:spcPts val="0"/>
              </a:spcAft>
              <a:buClr>
                <a:schemeClr val="dk1"/>
              </a:buClr>
              <a:buSzPts val="675"/>
              <a:buNone/>
              <a:defRPr sz="675"/>
            </a:lvl7pPr>
            <a:lvl8pPr indent="-228600" lvl="7" marL="3657600" algn="l">
              <a:spcBef>
                <a:spcPts val="135"/>
              </a:spcBef>
              <a:spcAft>
                <a:spcPts val="0"/>
              </a:spcAft>
              <a:buClr>
                <a:schemeClr val="dk1"/>
              </a:buClr>
              <a:buSzPts val="675"/>
              <a:buNone/>
              <a:defRPr sz="675"/>
            </a:lvl8pPr>
            <a:lvl9pPr indent="-228600" lvl="8" marL="4114800" algn="l">
              <a:spcBef>
                <a:spcPts val="135"/>
              </a:spcBef>
              <a:spcAft>
                <a:spcPts val="0"/>
              </a:spcAft>
              <a:buClr>
                <a:schemeClr val="dk1"/>
              </a:buClr>
              <a:buSzPts val="675"/>
              <a:buNone/>
              <a:defRPr sz="675"/>
            </a:lvl9pPr>
          </a:lstStyle>
          <a:p/>
        </p:txBody>
      </p:sp>
      <p:sp>
        <p:nvSpPr>
          <p:cNvPr id="121" name="Google Shape;121;p24"/>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2" name="Google Shape;122;p24"/>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3" name="Google Shape;123;p24"/>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theme" Target="../theme/theme2.xml"/><Relationship Id="rId10" Type="http://schemas.openxmlformats.org/officeDocument/2006/relationships/slideLayout" Target="../slideLayouts/slideLayout22.xml"/><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9" Type="http://schemas.openxmlformats.org/officeDocument/2006/relationships/slideLayout" Target="../slideLayouts/slideLayout21.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de"/>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BFF"/>
        </a:solidFill>
      </p:bgPr>
    </p:bg>
    <p:spTree>
      <p:nvGrpSpPr>
        <p:cNvPr id="55" name="Shape 55"/>
        <p:cNvGrpSpPr/>
        <p:nvPr/>
      </p:nvGrpSpPr>
      <p:grpSpPr>
        <a:xfrm>
          <a:off x="0" y="0"/>
          <a:ext cx="0" cy="0"/>
          <a:chOff x="0" y="0"/>
          <a:chExt cx="0" cy="0"/>
        </a:xfrm>
      </p:grpSpPr>
      <p:sp>
        <p:nvSpPr>
          <p:cNvPr id="56" name="Google Shape;56;p14"/>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marR="0" algn="l">
              <a:lnSpc>
                <a:spcPct val="90000"/>
              </a:lnSpc>
              <a:spcBef>
                <a:spcPts val="0"/>
              </a:spcBef>
              <a:spcAft>
                <a:spcPts val="0"/>
              </a:spcAft>
              <a:buClr>
                <a:schemeClr val="dk1"/>
              </a:buClr>
              <a:buSzPts val="3300"/>
              <a:buFont typeface="Play"/>
              <a:buNone/>
              <a:defRPr b="0" i="0" sz="3300" u="none" cap="none" strike="noStrike">
                <a:solidFill>
                  <a:schemeClr val="dk1"/>
                </a:solidFill>
                <a:latin typeface="Play"/>
                <a:ea typeface="Play"/>
                <a:cs typeface="Play"/>
                <a:sym typeface="Play"/>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57" name="Google Shape;57;p14"/>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61950" lvl="0" marL="457200" marR="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58" name="Google Shape;58;p14"/>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marR="0" algn="l">
              <a:spcBef>
                <a:spcPts val="0"/>
              </a:spcBef>
              <a:spcAft>
                <a:spcPts val="0"/>
              </a:spcAft>
              <a:buSzPts val="1100"/>
              <a:buNone/>
              <a:defRPr b="0" i="0" sz="900" u="none" cap="none" strike="noStrike">
                <a:solidFill>
                  <a:srgbClr val="757575"/>
                </a:solidFill>
                <a:latin typeface="Arial"/>
                <a:ea typeface="Arial"/>
                <a:cs typeface="Arial"/>
                <a:sym typeface="Arial"/>
              </a:defRPr>
            </a:lvl1pPr>
            <a:lvl2pPr lvl="1" marR="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59" name="Google Shape;59;p14"/>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marR="0" algn="ctr">
              <a:spcBef>
                <a:spcPts val="0"/>
              </a:spcBef>
              <a:spcAft>
                <a:spcPts val="0"/>
              </a:spcAft>
              <a:buSzPts val="1100"/>
              <a:buNone/>
              <a:defRPr b="0" i="0" sz="900" u="none" cap="none" strike="noStrike">
                <a:solidFill>
                  <a:srgbClr val="757575"/>
                </a:solidFill>
                <a:latin typeface="Arial"/>
                <a:ea typeface="Arial"/>
                <a:cs typeface="Arial"/>
                <a:sym typeface="Arial"/>
              </a:defRPr>
            </a:lvl1pPr>
            <a:lvl2pPr lvl="1" marR="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60" name="Google Shape;60;p14"/>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spcBef>
                <a:spcPts val="0"/>
              </a:spcBef>
              <a:buNone/>
              <a:defRPr b="0" i="0" sz="900" u="none" cap="none" strike="noStrike">
                <a:solidFill>
                  <a:srgbClr val="757575"/>
                </a:solidFill>
                <a:latin typeface="Arial"/>
                <a:ea typeface="Arial"/>
                <a:cs typeface="Arial"/>
                <a:sym typeface="Arial"/>
              </a:defRPr>
            </a:lvl1pPr>
            <a:lvl2pPr indent="0" lvl="1" marL="0" marR="0" algn="r">
              <a:spcBef>
                <a:spcPts val="0"/>
              </a:spcBef>
              <a:buNone/>
              <a:defRPr b="0" i="0" sz="900" u="none" cap="none" strike="noStrike">
                <a:solidFill>
                  <a:srgbClr val="757575"/>
                </a:solidFill>
                <a:latin typeface="Arial"/>
                <a:ea typeface="Arial"/>
                <a:cs typeface="Arial"/>
                <a:sym typeface="Arial"/>
              </a:defRPr>
            </a:lvl2pPr>
            <a:lvl3pPr indent="0" lvl="2" marL="0" marR="0" algn="r">
              <a:spcBef>
                <a:spcPts val="0"/>
              </a:spcBef>
              <a:buNone/>
              <a:defRPr b="0" i="0" sz="900" u="none" cap="none" strike="noStrike">
                <a:solidFill>
                  <a:srgbClr val="757575"/>
                </a:solidFill>
                <a:latin typeface="Arial"/>
                <a:ea typeface="Arial"/>
                <a:cs typeface="Arial"/>
                <a:sym typeface="Arial"/>
              </a:defRPr>
            </a:lvl3pPr>
            <a:lvl4pPr indent="0" lvl="3" marL="0" marR="0" algn="r">
              <a:spcBef>
                <a:spcPts val="0"/>
              </a:spcBef>
              <a:buNone/>
              <a:defRPr b="0" i="0" sz="900" u="none" cap="none" strike="noStrike">
                <a:solidFill>
                  <a:srgbClr val="757575"/>
                </a:solidFill>
                <a:latin typeface="Arial"/>
                <a:ea typeface="Arial"/>
                <a:cs typeface="Arial"/>
                <a:sym typeface="Arial"/>
              </a:defRPr>
            </a:lvl4pPr>
            <a:lvl5pPr indent="0" lvl="4" marL="0" marR="0" algn="r">
              <a:spcBef>
                <a:spcPts val="0"/>
              </a:spcBef>
              <a:buNone/>
              <a:defRPr b="0" i="0" sz="900" u="none" cap="none" strike="noStrike">
                <a:solidFill>
                  <a:srgbClr val="757575"/>
                </a:solidFill>
                <a:latin typeface="Arial"/>
                <a:ea typeface="Arial"/>
                <a:cs typeface="Arial"/>
                <a:sym typeface="Arial"/>
              </a:defRPr>
            </a:lvl5pPr>
            <a:lvl6pPr indent="0" lvl="5" marL="0" marR="0" algn="r">
              <a:spcBef>
                <a:spcPts val="0"/>
              </a:spcBef>
              <a:buNone/>
              <a:defRPr b="0" i="0" sz="900" u="none" cap="none" strike="noStrike">
                <a:solidFill>
                  <a:srgbClr val="757575"/>
                </a:solidFill>
                <a:latin typeface="Arial"/>
                <a:ea typeface="Arial"/>
                <a:cs typeface="Arial"/>
                <a:sym typeface="Arial"/>
              </a:defRPr>
            </a:lvl6pPr>
            <a:lvl7pPr indent="0" lvl="6" marL="0" marR="0" algn="r">
              <a:spcBef>
                <a:spcPts val="0"/>
              </a:spcBef>
              <a:buNone/>
              <a:defRPr b="0" i="0" sz="900" u="none" cap="none" strike="noStrike">
                <a:solidFill>
                  <a:srgbClr val="757575"/>
                </a:solidFill>
                <a:latin typeface="Arial"/>
                <a:ea typeface="Arial"/>
                <a:cs typeface="Arial"/>
                <a:sym typeface="Arial"/>
              </a:defRPr>
            </a:lvl7pPr>
            <a:lvl8pPr indent="0" lvl="7" marL="0" marR="0" algn="r">
              <a:spcBef>
                <a:spcPts val="0"/>
              </a:spcBef>
              <a:buNone/>
              <a:defRPr b="0" i="0" sz="900" u="none" cap="none" strike="noStrike">
                <a:solidFill>
                  <a:srgbClr val="757575"/>
                </a:solidFill>
                <a:latin typeface="Arial"/>
                <a:ea typeface="Arial"/>
                <a:cs typeface="Arial"/>
                <a:sym typeface="Arial"/>
              </a:defRPr>
            </a:lvl8pPr>
            <a:lvl9pPr indent="0" lvl="8" marL="0" marR="0" algn="r">
              <a:spcBef>
                <a:spcPts val="0"/>
              </a:spcBef>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de"/>
              <a:t>‹#›</a:t>
            </a:fld>
            <a:endParaRPr/>
          </a:p>
        </p:txBody>
      </p:sp>
      <p:sp>
        <p:nvSpPr>
          <p:cNvPr id="61" name="Google Shape;61;p14"/>
          <p:cNvSpPr txBox="1"/>
          <p:nvPr/>
        </p:nvSpPr>
        <p:spPr>
          <a:xfrm>
            <a:off x="3543300" y="4767263"/>
            <a:ext cx="2057400" cy="2748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de" sz="1200" u="none" cap="none" strike="noStrike">
                <a:solidFill>
                  <a:schemeClr val="dk1"/>
                </a:solidFill>
                <a:latin typeface="Arial"/>
                <a:ea typeface="Arial"/>
                <a:cs typeface="Arial"/>
                <a:sym typeface="Arial"/>
              </a:rPr>
              <a:t>Public | </a:t>
            </a:r>
            <a:fld id="{00000000-1234-1234-1234-123412341234}" type="slidenum">
              <a:rPr b="0" i="0" lang="de"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hyperlink" Target="https://github.com/neonephos/events/issues/30#issuecomment-5491474568"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hyperlink" Target="https://github.com/neonephos/outreach/blob/ambassador-additions/documents/outreach_committee_playbook/ambassadors/ambassador_program_outline.md"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 Id="rId3" Type="http://schemas.openxmlformats.org/officeDocument/2006/relationships/hyperlink" Target="https://github.com/neonephos/outreach/issues/52"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 Id="rId3" Type="http://schemas.openxmlformats.org/officeDocument/2006/relationships/image" Target="../media/image8.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image" Target="../media/image7.png"/><Relationship Id="rId4" Type="http://schemas.openxmlformats.org/officeDocument/2006/relationships/hyperlink" Target="https://www.linkedin.com/in/idvoretskyi/"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 Id="rId3" Type="http://schemas.openxmlformats.org/officeDocument/2006/relationships/hyperlink" Target="https://github.com/neonephos/outreach/issues/50" TargetMode="External"/><Relationship Id="rId4" Type="http://schemas.openxmlformats.org/officeDocument/2006/relationships/hyperlink" Target="https://github.com/neonephos/outreach/issues/54"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BFF"/>
        </a:solidFill>
      </p:bgPr>
    </p:bg>
    <p:spTree>
      <p:nvGrpSpPr>
        <p:cNvPr id="127" name="Shape 127"/>
        <p:cNvGrpSpPr/>
        <p:nvPr/>
      </p:nvGrpSpPr>
      <p:grpSpPr>
        <a:xfrm>
          <a:off x="0" y="0"/>
          <a:ext cx="0" cy="0"/>
          <a:chOff x="0" y="0"/>
          <a:chExt cx="0" cy="0"/>
        </a:xfrm>
      </p:grpSpPr>
      <p:sp>
        <p:nvSpPr>
          <p:cNvPr id="128" name="Google Shape;128;p25"/>
          <p:cNvSpPr txBox="1"/>
          <p:nvPr/>
        </p:nvSpPr>
        <p:spPr>
          <a:xfrm>
            <a:off x="1212750" y="2846350"/>
            <a:ext cx="6718500" cy="661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000"/>
              <a:buFont typeface="Arial"/>
              <a:buNone/>
            </a:pPr>
            <a:r>
              <a:rPr b="1" i="0" lang="de" sz="3700" u="none" cap="none" strike="noStrike">
                <a:solidFill>
                  <a:srgbClr val="000000"/>
                </a:solidFill>
                <a:latin typeface="Arial"/>
                <a:ea typeface="Arial"/>
                <a:cs typeface="Arial"/>
                <a:sym typeface="Arial"/>
              </a:rPr>
              <a:t>Outreach Committee Meeting</a:t>
            </a:r>
            <a:endParaRPr sz="1100"/>
          </a:p>
        </p:txBody>
      </p:sp>
      <p:sp>
        <p:nvSpPr>
          <p:cNvPr id="129" name="Google Shape;129;p25"/>
          <p:cNvSpPr txBox="1"/>
          <p:nvPr/>
        </p:nvSpPr>
        <p:spPr>
          <a:xfrm>
            <a:off x="6874250" y="4582312"/>
            <a:ext cx="17097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lang="de" sz="1800"/>
              <a:t>Sept</a:t>
            </a:r>
            <a:r>
              <a:rPr b="0" i="0" lang="de" sz="1800" u="none" cap="none" strike="noStrike">
                <a:solidFill>
                  <a:srgbClr val="000000"/>
                </a:solidFill>
                <a:latin typeface="Arial"/>
                <a:ea typeface="Arial"/>
                <a:cs typeface="Arial"/>
                <a:sym typeface="Arial"/>
              </a:rPr>
              <a:t> 2026</a:t>
            </a:r>
            <a:endParaRPr/>
          </a:p>
        </p:txBody>
      </p:sp>
      <p:pic>
        <p:nvPicPr>
          <p:cNvPr id="130" name="Google Shape;130;p25"/>
          <p:cNvPicPr preferRelativeResize="0"/>
          <p:nvPr/>
        </p:nvPicPr>
        <p:blipFill>
          <a:blip r:embed="rId3">
            <a:alphaModFix/>
          </a:blip>
          <a:stretch>
            <a:fillRect/>
          </a:stretch>
        </p:blipFill>
        <p:spPr>
          <a:xfrm>
            <a:off x="1606900" y="1355025"/>
            <a:ext cx="5760400" cy="1117500"/>
          </a:xfrm>
          <a:prstGeom prst="rect">
            <a:avLst/>
          </a:prstGeom>
          <a:noFill/>
          <a:ln>
            <a:noFill/>
          </a:ln>
        </p:spPr>
      </p:pic>
      <p:pic>
        <p:nvPicPr>
          <p:cNvPr id="131" name="Google Shape;131;p25"/>
          <p:cNvPicPr preferRelativeResize="0"/>
          <p:nvPr/>
        </p:nvPicPr>
        <p:blipFill>
          <a:blip r:embed="rId4">
            <a:alphaModFix/>
          </a:blip>
          <a:stretch>
            <a:fillRect/>
          </a:stretch>
        </p:blipFill>
        <p:spPr>
          <a:xfrm>
            <a:off x="8233925" y="3826077"/>
            <a:ext cx="910075" cy="1317425"/>
          </a:xfrm>
          <a:prstGeom prst="rect">
            <a:avLst/>
          </a:prstGeom>
          <a:noFill/>
          <a:ln>
            <a:noFill/>
          </a:ln>
        </p:spPr>
      </p:pic>
      <p:pic>
        <p:nvPicPr>
          <p:cNvPr id="132" name="Google Shape;132;p25"/>
          <p:cNvPicPr preferRelativeResize="0"/>
          <p:nvPr/>
        </p:nvPicPr>
        <p:blipFill>
          <a:blip r:embed="rId5">
            <a:alphaModFix/>
          </a:blip>
          <a:stretch>
            <a:fillRect/>
          </a:stretch>
        </p:blipFill>
        <p:spPr>
          <a:xfrm>
            <a:off x="4218600" y="4536813"/>
            <a:ext cx="537000" cy="4602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6"/>
          <p:cNvSpPr txBox="1"/>
          <p:nvPr/>
        </p:nvSpPr>
        <p:spPr>
          <a:xfrm>
            <a:off x="456950" y="1130500"/>
            <a:ext cx="8511000" cy="35301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1000"/>
              </a:spcBef>
              <a:spcAft>
                <a:spcPts val="0"/>
              </a:spcAft>
              <a:buClr>
                <a:schemeClr val="dk1"/>
              </a:buClr>
              <a:buSzPts val="1100"/>
              <a:buFont typeface="Arial"/>
              <a:buNone/>
            </a:pPr>
            <a:r>
              <a:rPr lang="de" sz="500">
                <a:solidFill>
                  <a:srgbClr val="168FDF"/>
                </a:solidFill>
              </a:rPr>
              <a:t>›</a:t>
            </a:r>
            <a:r>
              <a:rPr lang="de" sz="1600">
                <a:solidFill>
                  <a:srgbClr val="2F2F2F"/>
                </a:solidFill>
              </a:rPr>
              <a:t>Linux Foundation Europe meetings involve participation by industry competitors, and it is the intention of the Linux Foundation to conduct all of its activities in accordance with applicable antitrust and competition laws. It is therefore extremely important that attendees adhere to meeting agendas, and be aware of, and not participate in, any activities that are prohibited under applicable US state, federal or foreign antitrust and competition laws.</a:t>
            </a:r>
            <a:endParaRPr sz="1600">
              <a:solidFill>
                <a:srgbClr val="2F2F2F"/>
              </a:solidFill>
            </a:endParaRPr>
          </a:p>
          <a:p>
            <a:pPr indent="0" lvl="0" marL="0" rtl="0" algn="l">
              <a:lnSpc>
                <a:spcPct val="90000"/>
              </a:lnSpc>
              <a:spcBef>
                <a:spcPts val="1100"/>
              </a:spcBef>
              <a:spcAft>
                <a:spcPts val="0"/>
              </a:spcAft>
              <a:buClr>
                <a:schemeClr val="dk1"/>
              </a:buClr>
              <a:buSzPts val="1100"/>
              <a:buFont typeface="Arial"/>
              <a:buNone/>
            </a:pPr>
            <a:r>
              <a:rPr lang="de" sz="500">
                <a:solidFill>
                  <a:srgbClr val="168FDF"/>
                </a:solidFill>
              </a:rPr>
              <a:t>›</a:t>
            </a:r>
            <a:r>
              <a:rPr lang="de" sz="1600">
                <a:solidFill>
                  <a:srgbClr val="2F2F2F"/>
                </a:solidFill>
              </a:rPr>
              <a:t>Examples of types of actions that are prohibited at Linux Foundation Europe meetings and in connection with Linux Foundation activities are described in the Linux Foundation Antitrust Policy available at http://www.linuxfoundation.eu/antitrust-policy. If you have questions about these matters, please contact your company counsel, or if you are a member of the Linux Foundation, feel free to contact Andrew Updegrove of the firm of Gesmer Updegrove LLP, which provides legal counsel to the Linux Foundation.</a:t>
            </a:r>
            <a:endParaRPr sz="1600">
              <a:solidFill>
                <a:schemeClr val="dk1"/>
              </a:solidFill>
            </a:endParaRPr>
          </a:p>
          <a:p>
            <a:pPr indent="0" lvl="0" marL="0" rtl="0" algn="l">
              <a:spcBef>
                <a:spcPts val="0"/>
              </a:spcBef>
              <a:spcAft>
                <a:spcPts val="0"/>
              </a:spcAft>
              <a:buNone/>
            </a:pPr>
            <a:r>
              <a:t/>
            </a:r>
            <a:endParaRPr sz="900">
              <a:solidFill>
                <a:schemeClr val="dk1"/>
              </a:solidFill>
            </a:endParaRPr>
          </a:p>
        </p:txBody>
      </p:sp>
      <p:sp>
        <p:nvSpPr>
          <p:cNvPr id="138" name="Google Shape;138;p26"/>
          <p:cNvSpPr txBox="1"/>
          <p:nvPr/>
        </p:nvSpPr>
        <p:spPr>
          <a:xfrm>
            <a:off x="456950" y="270700"/>
            <a:ext cx="5578800" cy="6417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de" sz="3300">
                <a:solidFill>
                  <a:srgbClr val="0F6BFF"/>
                </a:solidFill>
                <a:latin typeface="Play"/>
                <a:ea typeface="Play"/>
                <a:cs typeface="Play"/>
                <a:sym typeface="Play"/>
              </a:rPr>
              <a:t>Anti Trust Police </a:t>
            </a:r>
            <a:r>
              <a:rPr lang="de" sz="3300">
                <a:solidFill>
                  <a:srgbClr val="0F6BFF"/>
                </a:solidFill>
                <a:latin typeface="Play"/>
                <a:ea typeface="Play"/>
                <a:cs typeface="Play"/>
                <a:sym typeface="Play"/>
              </a:rPr>
              <a:t>Notice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7"/>
          <p:cNvSpPr/>
          <p:nvPr/>
        </p:nvSpPr>
        <p:spPr>
          <a:xfrm>
            <a:off x="4121825" y="4769000"/>
            <a:ext cx="1040100" cy="322500"/>
          </a:xfrm>
          <a:prstGeom prst="rect">
            <a:avLst/>
          </a:prstGeom>
          <a:solidFill>
            <a:srgbClr val="F6FB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4" name="Google Shape;144;p27"/>
          <p:cNvSpPr txBox="1"/>
          <p:nvPr>
            <p:ph idx="4294967295" type="title"/>
          </p:nvPr>
        </p:nvSpPr>
        <p:spPr>
          <a:xfrm>
            <a:off x="311700" y="445025"/>
            <a:ext cx="8520600" cy="5727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de">
                <a:solidFill>
                  <a:srgbClr val="0F6BFF"/>
                </a:solidFill>
              </a:rPr>
              <a:t>Avatar Task Complete!</a:t>
            </a:r>
            <a:endParaRPr sz="1633">
              <a:solidFill>
                <a:srgbClr val="0F6BFF"/>
              </a:solidFill>
            </a:endParaRPr>
          </a:p>
        </p:txBody>
      </p:sp>
      <p:sp>
        <p:nvSpPr>
          <p:cNvPr id="145" name="Google Shape;145;p27"/>
          <p:cNvSpPr txBox="1"/>
          <p:nvPr>
            <p:ph idx="4294967295" type="body"/>
          </p:nvPr>
        </p:nvSpPr>
        <p:spPr>
          <a:xfrm>
            <a:off x="311700" y="1440000"/>
            <a:ext cx="8520600" cy="34164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br>
              <a:rPr b="1" lang="de" sz="2000">
                <a:solidFill>
                  <a:srgbClr val="222222"/>
                </a:solidFill>
              </a:rPr>
            </a:br>
            <a:br>
              <a:rPr b="1" lang="de" sz="2000">
                <a:solidFill>
                  <a:srgbClr val="222222"/>
                </a:solidFill>
              </a:rPr>
            </a:br>
            <a:br>
              <a:rPr b="1" lang="de" sz="2000">
                <a:solidFill>
                  <a:srgbClr val="222222"/>
                </a:solidFill>
              </a:rPr>
            </a:br>
            <a:br>
              <a:rPr b="1" lang="de" sz="2000">
                <a:solidFill>
                  <a:srgbClr val="222222"/>
                </a:solidFill>
              </a:rPr>
            </a:br>
            <a:br>
              <a:rPr b="1" lang="de" sz="2000">
                <a:solidFill>
                  <a:srgbClr val="222222"/>
                </a:solidFill>
              </a:rPr>
            </a:br>
            <a:br>
              <a:rPr b="1" lang="de" sz="2000">
                <a:solidFill>
                  <a:srgbClr val="222222"/>
                </a:solidFill>
              </a:rPr>
            </a:br>
            <a:br>
              <a:rPr b="1" lang="de" sz="2000">
                <a:solidFill>
                  <a:srgbClr val="222222"/>
                </a:solidFill>
              </a:rPr>
            </a:br>
            <a:r>
              <a:rPr b="1" lang="de" sz="2000">
                <a:solidFill>
                  <a:srgbClr val="222222"/>
                </a:solidFill>
              </a:rPr>
              <a:t>THANK YOU ALL </a:t>
            </a:r>
            <a:r>
              <a:rPr lang="de" sz="2000">
                <a:solidFill>
                  <a:srgbClr val="222222"/>
                </a:solidFill>
              </a:rPr>
              <a:t>FOR SUPPLYING </a:t>
            </a:r>
            <a:br>
              <a:rPr lang="de" sz="2000">
                <a:solidFill>
                  <a:srgbClr val="222222"/>
                </a:solidFill>
              </a:rPr>
            </a:br>
            <a:r>
              <a:rPr lang="de" sz="2000">
                <a:solidFill>
                  <a:srgbClr val="222222"/>
                </a:solidFill>
              </a:rPr>
              <a:t>YOUR AVATARS!</a:t>
            </a:r>
            <a:endParaRPr sz="2000">
              <a:solidFill>
                <a:srgbClr val="222222"/>
              </a:solidFill>
            </a:endParaRPr>
          </a:p>
          <a:p>
            <a:pPr indent="0" lvl="0" marL="0" rtl="0" algn="l">
              <a:spcBef>
                <a:spcPts val="800"/>
              </a:spcBef>
              <a:spcAft>
                <a:spcPts val="0"/>
              </a:spcAft>
              <a:buNone/>
            </a:pPr>
            <a:r>
              <a:t/>
            </a:r>
            <a:endParaRPr sz="1300">
              <a:solidFill>
                <a:srgbClr val="222222"/>
              </a:solidFill>
            </a:endParaRPr>
          </a:p>
          <a:p>
            <a:pPr indent="0" lvl="0" marL="0" rtl="0" algn="l">
              <a:lnSpc>
                <a:spcPct val="150000"/>
              </a:lnSpc>
              <a:spcBef>
                <a:spcPts val="800"/>
              </a:spcBef>
              <a:spcAft>
                <a:spcPts val="0"/>
              </a:spcAft>
              <a:buNone/>
            </a:pPr>
            <a:r>
              <a:t/>
            </a:r>
            <a:endParaRPr sz="1300">
              <a:solidFill>
                <a:srgbClr val="222222"/>
              </a:solidFill>
            </a:endParaRPr>
          </a:p>
        </p:txBody>
      </p:sp>
      <p:pic>
        <p:nvPicPr>
          <p:cNvPr id="146" name="Google Shape;146;p27"/>
          <p:cNvPicPr preferRelativeResize="0"/>
          <p:nvPr/>
        </p:nvPicPr>
        <p:blipFill>
          <a:blip r:embed="rId3">
            <a:alphaModFix/>
          </a:blip>
          <a:stretch>
            <a:fillRect/>
          </a:stretch>
        </p:blipFill>
        <p:spPr>
          <a:xfrm>
            <a:off x="6370851" y="847025"/>
            <a:ext cx="2461450" cy="4296474"/>
          </a:xfrm>
          <a:prstGeom prst="rect">
            <a:avLst/>
          </a:prstGeom>
          <a:noFill/>
          <a:ln>
            <a:noFill/>
          </a:ln>
        </p:spPr>
      </p:pic>
      <p:sp>
        <p:nvSpPr>
          <p:cNvPr id="147" name="Google Shape;147;p27"/>
          <p:cNvSpPr txBox="1"/>
          <p:nvPr/>
        </p:nvSpPr>
        <p:spPr>
          <a:xfrm>
            <a:off x="311700" y="1399750"/>
            <a:ext cx="4205100" cy="1960200"/>
          </a:xfrm>
          <a:prstGeom prst="rect">
            <a:avLst/>
          </a:prstGeom>
          <a:noFill/>
          <a:ln>
            <a:noFill/>
          </a:ln>
        </p:spPr>
        <p:txBody>
          <a:bodyPr anchorCtr="0" anchor="t" bIns="91425" lIns="91425" spcFirstLastPara="1" rIns="91425" wrap="square" tIns="91425">
            <a:noAutofit/>
          </a:bodyPr>
          <a:lstStyle/>
          <a:p>
            <a:pPr indent="0" lvl="0" marL="0" rtl="0" algn="ctr">
              <a:lnSpc>
                <a:spcPct val="142857"/>
              </a:lnSpc>
              <a:spcBef>
                <a:spcPts val="0"/>
              </a:spcBef>
              <a:spcAft>
                <a:spcPts val="0"/>
              </a:spcAft>
              <a:buClr>
                <a:schemeClr val="dk1"/>
              </a:buClr>
              <a:buSzPts val="1100"/>
              <a:buFont typeface="Arial"/>
              <a:buNone/>
            </a:pPr>
            <a:r>
              <a:rPr lang="de" sz="10000">
                <a:solidFill>
                  <a:schemeClr val="dk1"/>
                </a:solidFill>
              </a:rPr>
              <a:t>👤</a:t>
            </a:r>
            <a:endParaRPr sz="10000">
              <a:solidFill>
                <a:schemeClr val="dk1"/>
              </a:solidFill>
            </a:endParaRPr>
          </a:p>
          <a:p>
            <a:pPr indent="0" lvl="0" marL="0" rtl="0" algn="l">
              <a:spcBef>
                <a:spcPts val="0"/>
              </a:spcBef>
              <a:spcAft>
                <a:spcPts val="0"/>
              </a:spcAft>
              <a:buNone/>
            </a:pPr>
            <a:r>
              <a:t/>
            </a:r>
            <a:endParaRPr sz="2100">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8"/>
          <p:cNvSpPr/>
          <p:nvPr/>
        </p:nvSpPr>
        <p:spPr>
          <a:xfrm>
            <a:off x="4121825" y="4769000"/>
            <a:ext cx="1040100" cy="322500"/>
          </a:xfrm>
          <a:prstGeom prst="rect">
            <a:avLst/>
          </a:prstGeom>
          <a:solidFill>
            <a:srgbClr val="F6FB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3" name="Google Shape;153;p28"/>
          <p:cNvSpPr txBox="1"/>
          <p:nvPr>
            <p:ph idx="4294967295" type="title"/>
          </p:nvPr>
        </p:nvSpPr>
        <p:spPr>
          <a:xfrm>
            <a:off x="311700" y="445025"/>
            <a:ext cx="8520600" cy="572700"/>
          </a:xfrm>
          <a:prstGeom prst="rect">
            <a:avLst/>
          </a:prstGeom>
        </p:spPr>
        <p:txBody>
          <a:bodyPr anchorCtr="0" anchor="ctr" bIns="34275" lIns="68575" spcFirstLastPara="1" rIns="68575" wrap="square" tIns="34275">
            <a:normAutofit fontScale="90000"/>
          </a:bodyPr>
          <a:lstStyle/>
          <a:p>
            <a:pPr indent="0" lvl="0" marL="0" rtl="0" algn="l">
              <a:spcBef>
                <a:spcPts val="0"/>
              </a:spcBef>
              <a:spcAft>
                <a:spcPts val="0"/>
              </a:spcAft>
              <a:buNone/>
            </a:pPr>
            <a:r>
              <a:rPr lang="de">
                <a:solidFill>
                  <a:srgbClr val="0F6BFF"/>
                </a:solidFill>
              </a:rPr>
              <a:t>News from Events SIG </a:t>
            </a:r>
            <a:br>
              <a:rPr lang="de">
                <a:solidFill>
                  <a:srgbClr val="0F6BFF"/>
                </a:solidFill>
              </a:rPr>
            </a:br>
            <a:r>
              <a:rPr lang="de" sz="1633">
                <a:solidFill>
                  <a:srgbClr val="0F6BFF"/>
                </a:solidFill>
              </a:rPr>
              <a:t>(Roberto, Annika, Tristan, Anna)</a:t>
            </a:r>
            <a:endParaRPr sz="1633">
              <a:solidFill>
                <a:srgbClr val="0F6BFF"/>
              </a:solidFill>
            </a:endParaRPr>
          </a:p>
        </p:txBody>
      </p:sp>
      <p:sp>
        <p:nvSpPr>
          <p:cNvPr id="154" name="Google Shape;154;p28"/>
          <p:cNvSpPr txBox="1"/>
          <p:nvPr>
            <p:ph idx="4294967295" type="body"/>
          </p:nvPr>
        </p:nvSpPr>
        <p:spPr>
          <a:xfrm>
            <a:off x="311700" y="1440000"/>
            <a:ext cx="8520600" cy="3416400"/>
          </a:xfrm>
          <a:prstGeom prst="rect">
            <a:avLst/>
          </a:prstGeom>
        </p:spPr>
        <p:txBody>
          <a:bodyPr anchorCtr="0" anchor="t" bIns="34275" lIns="68575" spcFirstLastPara="1" rIns="68575" wrap="square" tIns="34275">
            <a:normAutofit lnSpcReduction="10000"/>
          </a:bodyPr>
          <a:lstStyle/>
          <a:p>
            <a:pPr indent="0" lvl="0" marL="0" rtl="0" algn="l">
              <a:spcBef>
                <a:spcPts val="800"/>
              </a:spcBef>
              <a:spcAft>
                <a:spcPts val="0"/>
              </a:spcAft>
              <a:buNone/>
            </a:pPr>
            <a:r>
              <a:rPr b="1" lang="de" sz="1300">
                <a:solidFill>
                  <a:srgbClr val="222222"/>
                </a:solidFill>
              </a:rPr>
              <a:t>Events</a:t>
            </a:r>
            <a:endParaRPr b="1" sz="1300">
              <a:solidFill>
                <a:srgbClr val="222222"/>
              </a:solidFill>
            </a:endParaRPr>
          </a:p>
          <a:p>
            <a:pPr indent="-311150" lvl="0" marL="457200" rtl="0" algn="l">
              <a:spcBef>
                <a:spcPts val="800"/>
              </a:spcBef>
              <a:spcAft>
                <a:spcPts val="0"/>
              </a:spcAft>
              <a:buClr>
                <a:srgbClr val="222222"/>
              </a:buClr>
              <a:buSzPts val="1300"/>
              <a:buChar char="●"/>
            </a:pPr>
            <a:r>
              <a:rPr b="1" lang="de" sz="1300">
                <a:solidFill>
                  <a:srgbClr val="222222"/>
                </a:solidFill>
              </a:rPr>
              <a:t>ContainerDays</a:t>
            </a:r>
            <a:r>
              <a:rPr lang="de" sz="1300">
                <a:solidFill>
                  <a:srgbClr val="222222"/>
                </a:solidFill>
              </a:rPr>
              <a:t> is taking place this week (accompanying Social Media Posts planned + posted)</a:t>
            </a:r>
            <a:br>
              <a:rPr lang="de" sz="1300">
                <a:solidFill>
                  <a:srgbClr val="222222"/>
                </a:solidFill>
              </a:rPr>
            </a:br>
            <a:endParaRPr sz="1300">
              <a:solidFill>
                <a:srgbClr val="222222"/>
              </a:solidFill>
            </a:endParaRPr>
          </a:p>
          <a:p>
            <a:pPr indent="-311150" lvl="0" marL="457200" rtl="0" algn="l">
              <a:spcBef>
                <a:spcPts val="800"/>
              </a:spcBef>
              <a:spcAft>
                <a:spcPts val="0"/>
              </a:spcAft>
              <a:buClr>
                <a:srgbClr val="222222"/>
              </a:buClr>
              <a:buSzPts val="1300"/>
              <a:buChar char="●"/>
            </a:pPr>
            <a:r>
              <a:rPr lang="de" sz="1300">
                <a:solidFill>
                  <a:srgbClr val="222222"/>
                </a:solidFill>
              </a:rPr>
              <a:t>Next Event with a booth: </a:t>
            </a:r>
            <a:r>
              <a:rPr b="1" lang="de" sz="1300">
                <a:solidFill>
                  <a:srgbClr val="222222"/>
                </a:solidFill>
              </a:rPr>
              <a:t>KCD Sofia</a:t>
            </a:r>
            <a:endParaRPr b="1" sz="1300">
              <a:solidFill>
                <a:srgbClr val="222222"/>
              </a:solidFill>
            </a:endParaRPr>
          </a:p>
          <a:p>
            <a:pPr indent="-146050" lvl="1" marL="520700" rtl="0" algn="l">
              <a:spcBef>
                <a:spcPts val="400"/>
              </a:spcBef>
              <a:spcAft>
                <a:spcPts val="0"/>
              </a:spcAft>
              <a:buClr>
                <a:srgbClr val="222222"/>
              </a:buClr>
              <a:buSzPts val="1300"/>
              <a:buChar char="○"/>
            </a:pPr>
            <a:r>
              <a:rPr lang="de" sz="1300">
                <a:solidFill>
                  <a:srgbClr val="222222"/>
                </a:solidFill>
              </a:rPr>
              <a:t>Video proposal: </a:t>
            </a:r>
            <a:r>
              <a:rPr lang="de" sz="1300" u="sng">
                <a:solidFill>
                  <a:schemeClr val="hlink"/>
                </a:solidFill>
                <a:hlinkClick r:id="rId3"/>
              </a:rPr>
              <a:t>https://github.com/neonephos/events/issues/30#issuecomment-5491474568</a:t>
            </a:r>
            <a:endParaRPr sz="1300">
              <a:solidFill>
                <a:srgbClr val="222222"/>
              </a:solidFill>
            </a:endParaRPr>
          </a:p>
          <a:p>
            <a:pPr indent="-146050" lvl="1" marL="520700" rtl="0" algn="l">
              <a:spcBef>
                <a:spcPts val="400"/>
              </a:spcBef>
              <a:spcAft>
                <a:spcPts val="0"/>
              </a:spcAft>
              <a:buClr>
                <a:srgbClr val="222222"/>
              </a:buClr>
              <a:buSzPts val="1300"/>
              <a:buChar char="○"/>
            </a:pPr>
            <a:r>
              <a:rPr lang="de" sz="1300">
                <a:solidFill>
                  <a:srgbClr val="222222"/>
                </a:solidFill>
              </a:rPr>
              <a:t>Do we want to give and send Goodies for the Goodie bags?</a:t>
            </a:r>
            <a:endParaRPr sz="1300">
              <a:solidFill>
                <a:srgbClr val="222222"/>
              </a:solidFill>
            </a:endParaRPr>
          </a:p>
          <a:p>
            <a:pPr indent="-158750" lvl="2" marL="863600" rtl="0" algn="l">
              <a:spcBef>
                <a:spcPts val="400"/>
              </a:spcBef>
              <a:spcAft>
                <a:spcPts val="0"/>
              </a:spcAft>
              <a:buClr>
                <a:srgbClr val="222222"/>
              </a:buClr>
              <a:buSzPts val="1300"/>
              <a:buChar char="■"/>
            </a:pPr>
            <a:r>
              <a:rPr lang="de" sz="1300">
                <a:solidFill>
                  <a:srgbClr val="222222"/>
                </a:solidFill>
              </a:rPr>
              <a:t>Note: We have enough Stickers to send.</a:t>
            </a:r>
            <a:endParaRPr sz="1300">
              <a:solidFill>
                <a:srgbClr val="222222"/>
              </a:solidFill>
            </a:endParaRPr>
          </a:p>
          <a:p>
            <a:pPr indent="-146050" lvl="1" marL="520700" rtl="0" algn="l">
              <a:spcBef>
                <a:spcPts val="400"/>
              </a:spcBef>
              <a:spcAft>
                <a:spcPts val="0"/>
              </a:spcAft>
              <a:buClr>
                <a:srgbClr val="222222"/>
              </a:buClr>
              <a:buSzPts val="1300"/>
              <a:buChar char="○"/>
            </a:pPr>
            <a:r>
              <a:rPr lang="de" sz="1300">
                <a:solidFill>
                  <a:srgbClr val="222222"/>
                </a:solidFill>
                <a:highlight>
                  <a:srgbClr val="9FC5E8"/>
                </a:highlight>
              </a:rPr>
              <a:t>To clarify</a:t>
            </a:r>
            <a:r>
              <a:rPr lang="de" sz="1300">
                <a:solidFill>
                  <a:srgbClr val="222222"/>
                </a:solidFill>
              </a:rPr>
              <a:t>: </a:t>
            </a:r>
            <a:r>
              <a:rPr b="1" lang="de" sz="1300">
                <a:solidFill>
                  <a:srgbClr val="222222"/>
                </a:solidFill>
              </a:rPr>
              <a:t>Who can attend?</a:t>
            </a:r>
            <a:r>
              <a:rPr lang="de" sz="1300">
                <a:solidFill>
                  <a:srgbClr val="222222"/>
                </a:solidFill>
              </a:rPr>
              <a:t> We have 10 tickets!  </a:t>
            </a:r>
            <a:endParaRPr sz="1300">
              <a:solidFill>
                <a:srgbClr val="222222"/>
              </a:solidFill>
            </a:endParaRPr>
          </a:p>
          <a:p>
            <a:pPr indent="0" lvl="0" marL="0" rtl="0" algn="l">
              <a:spcBef>
                <a:spcPts val="800"/>
              </a:spcBef>
              <a:spcAft>
                <a:spcPts val="0"/>
              </a:spcAft>
              <a:buNone/>
            </a:pPr>
            <a:r>
              <a:t/>
            </a:r>
            <a:endParaRPr sz="1300">
              <a:solidFill>
                <a:srgbClr val="222222"/>
              </a:solidFill>
            </a:endParaRPr>
          </a:p>
          <a:p>
            <a:pPr indent="-311150" lvl="0" marL="457200" rtl="0" algn="l">
              <a:spcBef>
                <a:spcPts val="800"/>
              </a:spcBef>
              <a:spcAft>
                <a:spcPts val="0"/>
              </a:spcAft>
              <a:buClr>
                <a:srgbClr val="222222"/>
              </a:buClr>
              <a:buSzPts val="1300"/>
              <a:buChar char="●"/>
            </a:pPr>
            <a:r>
              <a:rPr b="1" lang="de" sz="1300">
                <a:solidFill>
                  <a:srgbClr val="222222"/>
                </a:solidFill>
              </a:rPr>
              <a:t>Open Source Summit Prague</a:t>
            </a:r>
            <a:endParaRPr b="1" sz="1300">
              <a:solidFill>
                <a:srgbClr val="222222"/>
              </a:solidFill>
            </a:endParaRPr>
          </a:p>
          <a:p>
            <a:pPr indent="-146050" lvl="1" marL="520700" rtl="0" algn="l">
              <a:spcBef>
                <a:spcPts val="400"/>
              </a:spcBef>
              <a:spcAft>
                <a:spcPts val="0"/>
              </a:spcAft>
              <a:buClr>
                <a:srgbClr val="222222"/>
              </a:buClr>
              <a:buSzPts val="1300"/>
              <a:buChar char="○"/>
            </a:pPr>
            <a:r>
              <a:rPr lang="de" sz="1300">
                <a:solidFill>
                  <a:srgbClr val="222222"/>
                </a:solidFill>
              </a:rPr>
              <a:t>Organized by Erin from LF</a:t>
            </a:r>
            <a:endParaRPr sz="1300">
              <a:solidFill>
                <a:srgbClr val="222222"/>
              </a:solidFill>
            </a:endParaRPr>
          </a:p>
          <a:p>
            <a:pPr indent="-146050" lvl="1" marL="520700" rtl="0" algn="l">
              <a:spcBef>
                <a:spcPts val="400"/>
              </a:spcBef>
              <a:spcAft>
                <a:spcPts val="0"/>
              </a:spcAft>
              <a:buClr>
                <a:srgbClr val="222222"/>
              </a:buClr>
              <a:buSzPts val="1300"/>
              <a:buChar char="○"/>
            </a:pPr>
            <a:r>
              <a:rPr lang="de" sz="1300">
                <a:solidFill>
                  <a:srgbClr val="222222"/>
                </a:solidFill>
              </a:rPr>
              <a:t>Contract is signed, design for booth handed in</a:t>
            </a:r>
            <a:endParaRPr sz="1300">
              <a:solidFill>
                <a:srgbClr val="222222"/>
              </a:solidFill>
            </a:endParaRPr>
          </a:p>
          <a:p>
            <a:pPr indent="-146050" lvl="1" marL="520700" rtl="0" algn="l">
              <a:spcBef>
                <a:spcPts val="400"/>
              </a:spcBef>
              <a:spcAft>
                <a:spcPts val="0"/>
              </a:spcAft>
              <a:buClr>
                <a:srgbClr val="222222"/>
              </a:buClr>
              <a:buSzPts val="1300"/>
              <a:buChar char="○"/>
            </a:pPr>
            <a:r>
              <a:rPr lang="de" sz="1300">
                <a:solidFill>
                  <a:srgbClr val="222222"/>
                </a:solidFill>
              </a:rPr>
              <a:t>Discount Codes received</a:t>
            </a:r>
            <a:endParaRPr sz="1300">
              <a:solidFill>
                <a:srgbClr val="222222"/>
              </a:solidFill>
            </a:endParaRPr>
          </a:p>
          <a:p>
            <a:pPr indent="-146050" lvl="1" marL="520700" rtl="0" algn="l">
              <a:spcBef>
                <a:spcPts val="400"/>
              </a:spcBef>
              <a:spcAft>
                <a:spcPts val="0"/>
              </a:spcAft>
              <a:buClr>
                <a:srgbClr val="222222"/>
              </a:buClr>
              <a:buSzPts val="1300"/>
              <a:buChar char="○"/>
            </a:pPr>
            <a:r>
              <a:rPr lang="de" sz="1300">
                <a:solidFill>
                  <a:srgbClr val="222222"/>
                </a:solidFill>
              </a:rPr>
              <a:t>Attendee list needs to be finalized</a:t>
            </a:r>
            <a:endParaRPr sz="1300">
              <a:solidFill>
                <a:srgbClr val="222222"/>
              </a:solidFill>
            </a:endParaRPr>
          </a:p>
          <a:p>
            <a:pPr indent="0" lvl="0" marL="0" rtl="0" algn="l">
              <a:lnSpc>
                <a:spcPct val="150000"/>
              </a:lnSpc>
              <a:spcBef>
                <a:spcPts val="800"/>
              </a:spcBef>
              <a:spcAft>
                <a:spcPts val="0"/>
              </a:spcAft>
              <a:buNone/>
            </a:pPr>
            <a:r>
              <a:t/>
            </a:r>
            <a:endParaRPr sz="1300">
              <a:solidFill>
                <a:srgbClr val="222222"/>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9"/>
          <p:cNvSpPr/>
          <p:nvPr/>
        </p:nvSpPr>
        <p:spPr>
          <a:xfrm>
            <a:off x="4121825" y="4769000"/>
            <a:ext cx="1040100" cy="322500"/>
          </a:xfrm>
          <a:prstGeom prst="rect">
            <a:avLst/>
          </a:prstGeom>
          <a:solidFill>
            <a:srgbClr val="F6FB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0" name="Google Shape;160;p29"/>
          <p:cNvSpPr txBox="1"/>
          <p:nvPr>
            <p:ph idx="4294967295" type="title"/>
          </p:nvPr>
        </p:nvSpPr>
        <p:spPr>
          <a:xfrm>
            <a:off x="311700" y="445025"/>
            <a:ext cx="8520600" cy="572700"/>
          </a:xfrm>
          <a:prstGeom prst="rect">
            <a:avLst/>
          </a:prstGeom>
        </p:spPr>
        <p:txBody>
          <a:bodyPr anchorCtr="0" anchor="ctr" bIns="34275" lIns="68575" spcFirstLastPara="1" rIns="68575" wrap="square" tIns="34275">
            <a:normAutofit fontScale="90000"/>
          </a:bodyPr>
          <a:lstStyle/>
          <a:p>
            <a:pPr indent="0" lvl="0" marL="0" rtl="0" algn="l">
              <a:spcBef>
                <a:spcPts val="0"/>
              </a:spcBef>
              <a:spcAft>
                <a:spcPts val="0"/>
              </a:spcAft>
              <a:buNone/>
            </a:pPr>
            <a:r>
              <a:rPr lang="de">
                <a:solidFill>
                  <a:srgbClr val="0F6BFF"/>
                </a:solidFill>
              </a:rPr>
              <a:t>News from Ambassador SIG</a:t>
            </a:r>
            <a:endParaRPr>
              <a:solidFill>
                <a:srgbClr val="0F6BFF"/>
              </a:solidFill>
            </a:endParaRPr>
          </a:p>
          <a:p>
            <a:pPr indent="0" lvl="0" marL="0" rtl="0" algn="l">
              <a:spcBef>
                <a:spcPts val="0"/>
              </a:spcBef>
              <a:spcAft>
                <a:spcPts val="0"/>
              </a:spcAft>
              <a:buClr>
                <a:schemeClr val="dk1"/>
              </a:buClr>
              <a:buSzPct val="67347"/>
              <a:buFont typeface="Arial"/>
              <a:buNone/>
            </a:pPr>
            <a:r>
              <a:rPr lang="de" sz="1633">
                <a:solidFill>
                  <a:srgbClr val="0F6BFF"/>
                </a:solidFill>
              </a:rPr>
              <a:t>(Abu, Tristan, Christine)</a:t>
            </a:r>
            <a:endParaRPr>
              <a:solidFill>
                <a:srgbClr val="0F6BFF"/>
              </a:solidFill>
            </a:endParaRPr>
          </a:p>
        </p:txBody>
      </p:sp>
      <p:sp>
        <p:nvSpPr>
          <p:cNvPr id="161" name="Google Shape;161;p29"/>
          <p:cNvSpPr txBox="1"/>
          <p:nvPr>
            <p:ph idx="4294967295" type="body"/>
          </p:nvPr>
        </p:nvSpPr>
        <p:spPr>
          <a:xfrm>
            <a:off x="311700" y="1440000"/>
            <a:ext cx="8520600" cy="3416400"/>
          </a:xfrm>
          <a:prstGeom prst="rect">
            <a:avLst/>
          </a:prstGeom>
        </p:spPr>
        <p:txBody>
          <a:bodyPr anchorCtr="0" anchor="t" bIns="34275" lIns="68575" spcFirstLastPara="1" rIns="68575" wrap="square" tIns="34275">
            <a:normAutofit/>
          </a:bodyPr>
          <a:lstStyle/>
          <a:p>
            <a:pPr indent="-317500" lvl="0" marL="457200" rtl="0" algn="l">
              <a:spcBef>
                <a:spcPts val="800"/>
              </a:spcBef>
              <a:spcAft>
                <a:spcPts val="0"/>
              </a:spcAft>
              <a:buClr>
                <a:srgbClr val="222222"/>
              </a:buClr>
              <a:buSzPts val="1400"/>
              <a:buChar char="●"/>
            </a:pPr>
            <a:r>
              <a:rPr lang="de" sz="1400">
                <a:solidFill>
                  <a:srgbClr val="222222"/>
                </a:solidFill>
              </a:rPr>
              <a:t>Abubakar is at Container Days in Hamburg and represents NNF</a:t>
            </a:r>
            <a:endParaRPr sz="1400">
              <a:solidFill>
                <a:srgbClr val="222222"/>
              </a:solidFill>
            </a:endParaRPr>
          </a:p>
          <a:p>
            <a:pPr indent="0" lvl="0" marL="0" rtl="0" algn="l">
              <a:spcBef>
                <a:spcPts val="800"/>
              </a:spcBef>
              <a:spcAft>
                <a:spcPts val="0"/>
              </a:spcAft>
              <a:buNone/>
            </a:pPr>
            <a:r>
              <a:t/>
            </a:r>
            <a:endParaRPr sz="1400">
              <a:solidFill>
                <a:srgbClr val="222222"/>
              </a:solidFill>
            </a:endParaRPr>
          </a:p>
          <a:p>
            <a:pPr indent="0" lvl="0" marL="0" rtl="0" algn="l">
              <a:spcBef>
                <a:spcPts val="800"/>
              </a:spcBef>
              <a:spcAft>
                <a:spcPts val="0"/>
              </a:spcAft>
              <a:buNone/>
            </a:pPr>
            <a:r>
              <a:rPr b="1" lang="de" sz="1300">
                <a:highlight>
                  <a:srgbClr val="9FC5E8"/>
                </a:highlight>
              </a:rPr>
              <a:t>Next steps:</a:t>
            </a:r>
            <a:endParaRPr b="1" sz="1300">
              <a:highlight>
                <a:srgbClr val="9FC5E8"/>
              </a:highlight>
            </a:endParaRPr>
          </a:p>
          <a:p>
            <a:pPr indent="-311150" lvl="0" marL="457200" rtl="0" algn="l">
              <a:spcBef>
                <a:spcPts val="800"/>
              </a:spcBef>
              <a:spcAft>
                <a:spcPts val="0"/>
              </a:spcAft>
              <a:buClr>
                <a:srgbClr val="222222"/>
              </a:buClr>
              <a:buSzPts val="1300"/>
              <a:buChar char="●"/>
            </a:pPr>
            <a:r>
              <a:rPr lang="de" sz="1300">
                <a:solidFill>
                  <a:srgbClr val="222222"/>
                </a:solidFill>
              </a:rPr>
              <a:t>Deadline to review </a:t>
            </a:r>
            <a:r>
              <a:rPr lang="de" sz="1300" u="sng">
                <a:solidFill>
                  <a:schemeClr val="hlink"/>
                </a:solidFill>
                <a:hlinkClick r:id="rId3"/>
              </a:rPr>
              <a:t>Ambassador Management Proposal </a:t>
            </a:r>
            <a:r>
              <a:rPr lang="de" sz="1300">
                <a:solidFill>
                  <a:srgbClr val="222222"/>
                </a:solidFill>
              </a:rPr>
              <a:t>until today</a:t>
            </a:r>
            <a:endParaRPr sz="1300">
              <a:solidFill>
                <a:srgbClr val="222222"/>
              </a:solidFill>
            </a:endParaRPr>
          </a:p>
          <a:p>
            <a:pPr indent="-311150" lvl="0" marL="457200" rtl="0" algn="l">
              <a:spcBef>
                <a:spcPts val="0"/>
              </a:spcBef>
              <a:spcAft>
                <a:spcPts val="0"/>
              </a:spcAft>
              <a:buClr>
                <a:srgbClr val="222222"/>
              </a:buClr>
              <a:buSzPts val="1300"/>
              <a:buChar char="●"/>
            </a:pPr>
            <a:r>
              <a:rPr lang="de" sz="1300">
                <a:solidFill>
                  <a:srgbClr val="222222"/>
                </a:solidFill>
              </a:rPr>
              <a:t>Coordinate with the SIGs to define work items for future ambassadors</a:t>
            </a:r>
            <a:endParaRPr sz="1300">
              <a:solidFill>
                <a:srgbClr val="222222"/>
              </a:solidFill>
            </a:endParaRPr>
          </a:p>
          <a:p>
            <a:pPr indent="-311150" lvl="0" marL="457200" rtl="0" algn="l">
              <a:spcBef>
                <a:spcPts val="0"/>
              </a:spcBef>
              <a:spcAft>
                <a:spcPts val="0"/>
              </a:spcAft>
              <a:buClr>
                <a:srgbClr val="222222"/>
              </a:buClr>
              <a:buSzPts val="1300"/>
              <a:buChar char="●"/>
            </a:pPr>
            <a:r>
              <a:rPr lang="de" sz="1300">
                <a:solidFill>
                  <a:srgbClr val="222222"/>
                </a:solidFill>
              </a:rPr>
              <a:t>Process currently pending NNF ambassador applications</a:t>
            </a:r>
            <a:endParaRPr sz="1300">
              <a:solidFill>
                <a:srgbClr val="222222"/>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30"/>
          <p:cNvSpPr/>
          <p:nvPr/>
        </p:nvSpPr>
        <p:spPr>
          <a:xfrm>
            <a:off x="4121825" y="4769000"/>
            <a:ext cx="1040100" cy="322500"/>
          </a:xfrm>
          <a:prstGeom prst="rect">
            <a:avLst/>
          </a:prstGeom>
          <a:solidFill>
            <a:srgbClr val="F6FB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7" name="Google Shape;167;p30"/>
          <p:cNvSpPr txBox="1"/>
          <p:nvPr>
            <p:ph idx="4294967295" type="title"/>
          </p:nvPr>
        </p:nvSpPr>
        <p:spPr>
          <a:xfrm>
            <a:off x="311700" y="445025"/>
            <a:ext cx="8520600" cy="572700"/>
          </a:xfrm>
          <a:prstGeom prst="rect">
            <a:avLst/>
          </a:prstGeom>
        </p:spPr>
        <p:txBody>
          <a:bodyPr anchorCtr="0" anchor="ctr" bIns="34275" lIns="68575" spcFirstLastPara="1" rIns="68575" wrap="square" tIns="34275">
            <a:normAutofit fontScale="90000"/>
          </a:bodyPr>
          <a:lstStyle/>
          <a:p>
            <a:pPr indent="0" lvl="0" marL="0" rtl="0" algn="l">
              <a:spcBef>
                <a:spcPts val="0"/>
              </a:spcBef>
              <a:spcAft>
                <a:spcPts val="0"/>
              </a:spcAft>
              <a:buNone/>
            </a:pPr>
            <a:r>
              <a:rPr lang="de">
                <a:solidFill>
                  <a:srgbClr val="0F6BFF"/>
                </a:solidFill>
              </a:rPr>
              <a:t>News from Social Media SIG</a:t>
            </a:r>
            <a:endParaRPr>
              <a:solidFill>
                <a:srgbClr val="0F6BFF"/>
              </a:solidFill>
            </a:endParaRPr>
          </a:p>
          <a:p>
            <a:pPr indent="0" lvl="0" marL="0" rtl="0" algn="l">
              <a:spcBef>
                <a:spcPts val="0"/>
              </a:spcBef>
              <a:spcAft>
                <a:spcPts val="0"/>
              </a:spcAft>
              <a:buClr>
                <a:schemeClr val="dk1"/>
              </a:buClr>
              <a:buSzPct val="67347"/>
              <a:buFont typeface="Arial"/>
              <a:buNone/>
            </a:pPr>
            <a:r>
              <a:rPr lang="de" sz="1633">
                <a:solidFill>
                  <a:srgbClr val="0F6BFF"/>
                </a:solidFill>
              </a:rPr>
              <a:t>(Roberto, Abu, Jürgen, Katarina)</a:t>
            </a:r>
            <a:endParaRPr>
              <a:solidFill>
                <a:srgbClr val="0F6BFF"/>
              </a:solidFill>
            </a:endParaRPr>
          </a:p>
        </p:txBody>
      </p:sp>
      <p:sp>
        <p:nvSpPr>
          <p:cNvPr id="168" name="Google Shape;168;p30"/>
          <p:cNvSpPr txBox="1"/>
          <p:nvPr>
            <p:ph idx="4294967295" type="body"/>
          </p:nvPr>
        </p:nvSpPr>
        <p:spPr>
          <a:xfrm>
            <a:off x="311700" y="1440000"/>
            <a:ext cx="8520600" cy="3416400"/>
          </a:xfrm>
          <a:prstGeom prst="rect">
            <a:avLst/>
          </a:prstGeom>
        </p:spPr>
        <p:txBody>
          <a:bodyPr anchorCtr="0" anchor="t" bIns="34275" lIns="68575" spcFirstLastPara="1" rIns="68575" wrap="square" tIns="34275">
            <a:normAutofit/>
          </a:bodyPr>
          <a:lstStyle/>
          <a:p>
            <a:pPr indent="-311150" lvl="0" marL="457200" rtl="0" algn="l">
              <a:spcBef>
                <a:spcPts val="800"/>
              </a:spcBef>
              <a:spcAft>
                <a:spcPts val="0"/>
              </a:spcAft>
              <a:buClr>
                <a:srgbClr val="222222"/>
              </a:buClr>
              <a:buSzPts val="1300"/>
              <a:buChar char="●"/>
            </a:pPr>
            <a:r>
              <a:rPr lang="de" sz="1300">
                <a:solidFill>
                  <a:srgbClr val="222222"/>
                </a:solidFill>
              </a:rPr>
              <a:t>Proposal: Renaming of SIG from “Social Media” SIG to “Marketing &amp; Social Media SIG”</a:t>
            </a:r>
            <a:endParaRPr sz="1300">
              <a:solidFill>
                <a:srgbClr val="222222"/>
              </a:solidFill>
            </a:endParaRPr>
          </a:p>
          <a:p>
            <a:pPr indent="-311150" lvl="1" marL="914400" rtl="0" algn="l">
              <a:spcBef>
                <a:spcPts val="0"/>
              </a:spcBef>
              <a:spcAft>
                <a:spcPts val="0"/>
              </a:spcAft>
              <a:buClr>
                <a:srgbClr val="222222"/>
              </a:buClr>
              <a:buSzPts val="1300"/>
              <a:buChar char="○"/>
            </a:pPr>
            <a:r>
              <a:rPr lang="de" sz="1300">
                <a:solidFill>
                  <a:srgbClr val="222222"/>
                </a:solidFill>
              </a:rPr>
              <a:t>see </a:t>
            </a:r>
            <a:r>
              <a:rPr lang="de" sz="1300" u="sng">
                <a:solidFill>
                  <a:schemeClr val="hlink"/>
                </a:solidFill>
                <a:hlinkClick r:id="rId3"/>
              </a:rPr>
              <a:t>https://github.com/neonephos/outreach/issues/52</a:t>
            </a:r>
            <a:endParaRPr sz="1300">
              <a:solidFill>
                <a:srgbClr val="222222"/>
              </a:solidFill>
            </a:endParaRPr>
          </a:p>
          <a:p>
            <a:pPr indent="-311150" lvl="1" marL="914400" rtl="0" algn="l">
              <a:spcBef>
                <a:spcPts val="0"/>
              </a:spcBef>
              <a:spcAft>
                <a:spcPts val="0"/>
              </a:spcAft>
              <a:buClr>
                <a:srgbClr val="222222"/>
              </a:buClr>
              <a:buSzPts val="1300"/>
              <a:buChar char="○"/>
            </a:pPr>
            <a:r>
              <a:rPr lang="de" sz="1300">
                <a:solidFill>
                  <a:srgbClr val="222222"/>
                </a:solidFill>
              </a:rPr>
              <a:t>Reasoning: </a:t>
            </a:r>
            <a:r>
              <a:rPr lang="de" sz="1300">
                <a:solidFill>
                  <a:srgbClr val="1F2328"/>
                </a:solidFill>
              </a:rPr>
              <a:t> there is a lot of overlap between marketing and social media topic</a:t>
            </a:r>
            <a:r>
              <a:rPr lang="de" sz="1300"/>
              <a:t>, </a:t>
            </a:r>
            <a:r>
              <a:rPr lang="de" sz="1300">
                <a:solidFill>
                  <a:srgbClr val="1F2328"/>
                </a:solidFill>
              </a:rPr>
              <a:t>for both topics there is also overlap in members</a:t>
            </a:r>
            <a:r>
              <a:rPr lang="de" sz="1300"/>
              <a:t>, </a:t>
            </a:r>
            <a:r>
              <a:rPr lang="de" sz="1300">
                <a:solidFill>
                  <a:srgbClr val="1F2328"/>
                </a:solidFill>
              </a:rPr>
              <a:t>we do not have enough active people to staff yet another meeting</a:t>
            </a:r>
            <a:r>
              <a:rPr lang="de" sz="1300"/>
              <a:t> </a:t>
            </a:r>
            <a:br>
              <a:rPr lang="de" sz="1300"/>
            </a:br>
            <a:endParaRPr b="1" sz="1300"/>
          </a:p>
          <a:p>
            <a:pPr indent="-311150" lvl="0" marL="457200" rtl="0" algn="l">
              <a:spcBef>
                <a:spcPts val="0"/>
              </a:spcBef>
              <a:spcAft>
                <a:spcPts val="0"/>
              </a:spcAft>
              <a:buClr>
                <a:srgbClr val="222222"/>
              </a:buClr>
              <a:buSzPts val="1300"/>
              <a:buChar char="●"/>
            </a:pPr>
            <a:r>
              <a:rPr b="1" lang="de" sz="1300">
                <a:solidFill>
                  <a:srgbClr val="222222"/>
                </a:solidFill>
                <a:highlight>
                  <a:srgbClr val="9FC5E8"/>
                </a:highlight>
              </a:rPr>
              <a:t>To do:</a:t>
            </a:r>
            <a:r>
              <a:rPr b="1" lang="de" sz="1300">
                <a:solidFill>
                  <a:srgbClr val="222222"/>
                </a:solidFill>
              </a:rPr>
              <a:t> Discussion and voting!</a:t>
            </a:r>
            <a:endParaRPr b="1" sz="1300">
              <a:solidFill>
                <a:srgbClr val="222222"/>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31"/>
          <p:cNvSpPr/>
          <p:nvPr/>
        </p:nvSpPr>
        <p:spPr>
          <a:xfrm>
            <a:off x="4121825" y="4769000"/>
            <a:ext cx="1040100" cy="322500"/>
          </a:xfrm>
          <a:prstGeom prst="rect">
            <a:avLst/>
          </a:prstGeom>
          <a:solidFill>
            <a:srgbClr val="F6FB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4" name="Google Shape;174;p31"/>
          <p:cNvSpPr txBox="1"/>
          <p:nvPr>
            <p:ph idx="4294967295" type="title"/>
          </p:nvPr>
        </p:nvSpPr>
        <p:spPr>
          <a:xfrm>
            <a:off x="311700" y="445025"/>
            <a:ext cx="8520600" cy="572700"/>
          </a:xfrm>
          <a:prstGeom prst="rect">
            <a:avLst/>
          </a:prstGeom>
        </p:spPr>
        <p:txBody>
          <a:bodyPr anchorCtr="0" anchor="ctr" bIns="34275" lIns="68575" spcFirstLastPara="1" rIns="68575" wrap="square" tIns="34275">
            <a:normAutofit fontScale="90000"/>
          </a:bodyPr>
          <a:lstStyle/>
          <a:p>
            <a:pPr indent="0" lvl="0" marL="0" rtl="0" algn="l">
              <a:spcBef>
                <a:spcPts val="0"/>
              </a:spcBef>
              <a:spcAft>
                <a:spcPts val="0"/>
              </a:spcAft>
              <a:buNone/>
            </a:pPr>
            <a:r>
              <a:rPr lang="de">
                <a:solidFill>
                  <a:srgbClr val="0F6BFF"/>
                </a:solidFill>
              </a:rPr>
              <a:t>News from KPI SIG</a:t>
            </a:r>
            <a:endParaRPr>
              <a:solidFill>
                <a:srgbClr val="0F6BFF"/>
              </a:solidFill>
            </a:endParaRPr>
          </a:p>
          <a:p>
            <a:pPr indent="0" lvl="0" marL="0" rtl="0" algn="l">
              <a:spcBef>
                <a:spcPts val="0"/>
              </a:spcBef>
              <a:spcAft>
                <a:spcPts val="0"/>
              </a:spcAft>
              <a:buClr>
                <a:schemeClr val="dk1"/>
              </a:buClr>
              <a:buSzPct val="67347"/>
              <a:buFont typeface="Arial"/>
              <a:buNone/>
            </a:pPr>
            <a:r>
              <a:rPr lang="de" sz="1633">
                <a:solidFill>
                  <a:srgbClr val="0F6BFF"/>
                </a:solidFill>
              </a:rPr>
              <a:t>(Tristan, Abu)</a:t>
            </a:r>
            <a:endParaRPr>
              <a:solidFill>
                <a:srgbClr val="0F6BFF"/>
              </a:solidFill>
            </a:endParaRPr>
          </a:p>
        </p:txBody>
      </p:sp>
      <p:sp>
        <p:nvSpPr>
          <p:cNvPr id="175" name="Google Shape;175;p31"/>
          <p:cNvSpPr txBox="1"/>
          <p:nvPr>
            <p:ph idx="4294967295" type="body"/>
          </p:nvPr>
        </p:nvSpPr>
        <p:spPr>
          <a:xfrm>
            <a:off x="311700" y="1440000"/>
            <a:ext cx="8520600" cy="3416400"/>
          </a:xfrm>
          <a:prstGeom prst="rect">
            <a:avLst/>
          </a:prstGeom>
        </p:spPr>
        <p:txBody>
          <a:bodyPr anchorCtr="0" anchor="t" bIns="34275" lIns="68575" spcFirstLastPara="1" rIns="68575" wrap="square" tIns="34275">
            <a:normAutofit/>
          </a:bodyPr>
          <a:lstStyle/>
          <a:p>
            <a:pPr indent="-311150" lvl="0" marL="457200" rtl="0" algn="l">
              <a:spcBef>
                <a:spcPts val="800"/>
              </a:spcBef>
              <a:spcAft>
                <a:spcPts val="0"/>
              </a:spcAft>
              <a:buClr>
                <a:srgbClr val="222222"/>
              </a:buClr>
              <a:buSzPts val="1300"/>
              <a:buChar char="●"/>
            </a:pPr>
            <a:r>
              <a:rPr lang="de" sz="1300">
                <a:solidFill>
                  <a:srgbClr val="222222"/>
                </a:solidFill>
              </a:rPr>
              <a:t>The newly formed </a:t>
            </a:r>
            <a:r>
              <a:rPr lang="de" sz="1300">
                <a:solidFill>
                  <a:srgbClr val="222222"/>
                </a:solidFill>
              </a:rPr>
              <a:t>KPI</a:t>
            </a:r>
            <a:r>
              <a:rPr lang="de" sz="1300">
                <a:solidFill>
                  <a:srgbClr val="222222"/>
                </a:solidFill>
              </a:rPr>
              <a:t> SIG has initiated </a:t>
            </a:r>
            <a:r>
              <a:rPr lang="de" sz="1300">
                <a:solidFill>
                  <a:srgbClr val="222222"/>
                </a:solidFill>
              </a:rPr>
              <a:t>work</a:t>
            </a:r>
            <a:r>
              <a:rPr lang="de" sz="1300">
                <a:solidFill>
                  <a:srgbClr val="222222"/>
                </a:solidFill>
              </a:rPr>
              <a:t>.</a:t>
            </a:r>
            <a:endParaRPr sz="1300">
              <a:solidFill>
                <a:srgbClr val="222222"/>
              </a:solidFill>
            </a:endParaRPr>
          </a:p>
          <a:p>
            <a:pPr indent="0" lvl="0" marL="0" rtl="0" algn="l">
              <a:spcBef>
                <a:spcPts val="800"/>
              </a:spcBef>
              <a:spcAft>
                <a:spcPts val="0"/>
              </a:spcAft>
              <a:buNone/>
            </a:pPr>
            <a:r>
              <a:t/>
            </a:r>
            <a:endParaRPr sz="1300">
              <a:solidFill>
                <a:srgbClr val="222222"/>
              </a:solidFill>
            </a:endParaRPr>
          </a:p>
        </p:txBody>
      </p:sp>
      <p:pic>
        <p:nvPicPr>
          <p:cNvPr id="176" name="Google Shape;176;p31"/>
          <p:cNvPicPr preferRelativeResize="0"/>
          <p:nvPr/>
        </p:nvPicPr>
        <p:blipFill rotWithShape="1">
          <a:blip r:embed="rId3">
            <a:alphaModFix/>
          </a:blip>
          <a:srcRect b="12434" l="0" r="0" t="0"/>
          <a:stretch/>
        </p:blipFill>
        <p:spPr>
          <a:xfrm>
            <a:off x="1746600" y="2188900"/>
            <a:ext cx="7139599" cy="26675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32"/>
          <p:cNvSpPr/>
          <p:nvPr/>
        </p:nvSpPr>
        <p:spPr>
          <a:xfrm>
            <a:off x="4121825" y="4769000"/>
            <a:ext cx="1040100" cy="322500"/>
          </a:xfrm>
          <a:prstGeom prst="rect">
            <a:avLst/>
          </a:prstGeom>
          <a:solidFill>
            <a:srgbClr val="F6FB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2" name="Google Shape;182;p32"/>
          <p:cNvSpPr txBox="1"/>
          <p:nvPr>
            <p:ph idx="4294967295" type="title"/>
          </p:nvPr>
        </p:nvSpPr>
        <p:spPr>
          <a:xfrm>
            <a:off x="311700" y="445025"/>
            <a:ext cx="8520600" cy="5727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Clr>
                <a:schemeClr val="dk1"/>
              </a:buClr>
              <a:buSzPts val="1100"/>
              <a:buFont typeface="Arial"/>
              <a:buNone/>
            </a:pPr>
            <a:r>
              <a:rPr lang="de">
                <a:solidFill>
                  <a:srgbClr val="0F6BFF"/>
                </a:solidFill>
              </a:rPr>
              <a:t>Merch Update</a:t>
            </a:r>
            <a:endParaRPr>
              <a:solidFill>
                <a:srgbClr val="0F6BFF"/>
              </a:solidFill>
            </a:endParaRPr>
          </a:p>
        </p:txBody>
      </p:sp>
      <p:sp>
        <p:nvSpPr>
          <p:cNvPr id="183" name="Google Shape;183;p32"/>
          <p:cNvSpPr txBox="1"/>
          <p:nvPr>
            <p:ph idx="4294967295" type="body"/>
          </p:nvPr>
        </p:nvSpPr>
        <p:spPr>
          <a:xfrm>
            <a:off x="311700" y="1440000"/>
            <a:ext cx="8520600" cy="3416400"/>
          </a:xfrm>
          <a:prstGeom prst="rect">
            <a:avLst/>
          </a:prstGeom>
        </p:spPr>
        <p:txBody>
          <a:bodyPr anchorCtr="0" anchor="t" bIns="34275" lIns="68575" spcFirstLastPara="1" rIns="68575" wrap="square" tIns="34275">
            <a:normAutofit/>
          </a:bodyPr>
          <a:lstStyle/>
          <a:p>
            <a:pPr indent="-311150" lvl="0" marL="457200" rtl="0" algn="l">
              <a:lnSpc>
                <a:spcPct val="100000"/>
              </a:lnSpc>
              <a:spcBef>
                <a:spcPts val="0"/>
              </a:spcBef>
              <a:spcAft>
                <a:spcPts val="0"/>
              </a:spcAft>
              <a:buClr>
                <a:srgbClr val="222222"/>
              </a:buClr>
              <a:buSzPts val="1300"/>
              <a:buChar char="●"/>
            </a:pPr>
            <a:r>
              <a:rPr lang="de" sz="1300">
                <a:solidFill>
                  <a:srgbClr val="222222"/>
                </a:solidFill>
              </a:rPr>
              <a:t>Stickers and Flyers have arrived</a:t>
            </a:r>
            <a:endParaRPr sz="1300">
              <a:solidFill>
                <a:srgbClr val="222222"/>
              </a:solidFill>
            </a:endParaRPr>
          </a:p>
          <a:p>
            <a:pPr indent="-311150" lvl="0" marL="457200" rtl="0" algn="l">
              <a:lnSpc>
                <a:spcPct val="100000"/>
              </a:lnSpc>
              <a:spcBef>
                <a:spcPts val="0"/>
              </a:spcBef>
              <a:spcAft>
                <a:spcPts val="0"/>
              </a:spcAft>
              <a:buClr>
                <a:srgbClr val="222222"/>
              </a:buClr>
              <a:buSzPts val="1300"/>
              <a:buChar char="●"/>
            </a:pPr>
            <a:r>
              <a:rPr lang="de" sz="1300">
                <a:solidFill>
                  <a:srgbClr val="222222"/>
                </a:solidFill>
              </a:rPr>
              <a:t>Payment from LF went through -&gt; Shirts, Sweaters, Swagbags, Caps etc. are in production</a:t>
            </a:r>
            <a:endParaRPr sz="1300">
              <a:solidFill>
                <a:srgbClr val="222222"/>
              </a:solidFill>
            </a:endParaRPr>
          </a:p>
          <a:p>
            <a:pPr indent="-311150" lvl="0" marL="457200" rtl="0" algn="l">
              <a:lnSpc>
                <a:spcPct val="100000"/>
              </a:lnSpc>
              <a:spcBef>
                <a:spcPts val="0"/>
              </a:spcBef>
              <a:spcAft>
                <a:spcPts val="0"/>
              </a:spcAft>
              <a:buClr>
                <a:srgbClr val="222222"/>
              </a:buClr>
              <a:buSzPts val="1300"/>
              <a:buChar char="●"/>
            </a:pPr>
            <a:r>
              <a:rPr lang="de" sz="1300">
                <a:solidFill>
                  <a:srgbClr val="222222"/>
                </a:solidFill>
              </a:rPr>
              <a:t>Socks will arrive around September 16</a:t>
            </a:r>
            <a:endParaRPr sz="1300">
              <a:solidFill>
                <a:srgbClr val="222222"/>
              </a:solidFill>
            </a:endParaRPr>
          </a:p>
        </p:txBody>
      </p:sp>
      <p:pic>
        <p:nvPicPr>
          <p:cNvPr id="184" name="Google Shape;184;p32"/>
          <p:cNvPicPr preferRelativeResize="0"/>
          <p:nvPr/>
        </p:nvPicPr>
        <p:blipFill rotWithShape="1">
          <a:blip r:embed="rId3">
            <a:alphaModFix/>
          </a:blip>
          <a:srcRect b="0" l="15712" r="18577" t="13074"/>
          <a:stretch/>
        </p:blipFill>
        <p:spPr>
          <a:xfrm>
            <a:off x="1013600" y="2571750"/>
            <a:ext cx="3668923" cy="2185926"/>
          </a:xfrm>
          <a:prstGeom prst="rect">
            <a:avLst/>
          </a:prstGeom>
          <a:noFill/>
          <a:ln>
            <a:noFill/>
          </a:ln>
        </p:spPr>
      </p:pic>
      <p:pic>
        <p:nvPicPr>
          <p:cNvPr id="185" name="Google Shape;185;p32"/>
          <p:cNvPicPr preferRelativeResize="0"/>
          <p:nvPr/>
        </p:nvPicPr>
        <p:blipFill rotWithShape="1">
          <a:blip r:embed="rId4">
            <a:alphaModFix/>
          </a:blip>
          <a:srcRect b="0" l="23579" r="16394" t="0"/>
          <a:stretch/>
        </p:blipFill>
        <p:spPr>
          <a:xfrm>
            <a:off x="4518076" y="2245975"/>
            <a:ext cx="3362577" cy="252302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33"/>
          <p:cNvSpPr/>
          <p:nvPr/>
        </p:nvSpPr>
        <p:spPr>
          <a:xfrm>
            <a:off x="4121825" y="4769000"/>
            <a:ext cx="1040100" cy="322500"/>
          </a:xfrm>
          <a:prstGeom prst="rect">
            <a:avLst/>
          </a:prstGeom>
          <a:solidFill>
            <a:srgbClr val="F6FB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1" name="Google Shape;191;p33"/>
          <p:cNvSpPr txBox="1"/>
          <p:nvPr>
            <p:ph idx="4294967295" type="title"/>
          </p:nvPr>
        </p:nvSpPr>
        <p:spPr>
          <a:xfrm>
            <a:off x="311700" y="445025"/>
            <a:ext cx="8520600" cy="5727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Clr>
                <a:schemeClr val="dk1"/>
              </a:buClr>
              <a:buSzPts val="1100"/>
              <a:buFont typeface="Arial"/>
              <a:buNone/>
            </a:pPr>
            <a:r>
              <a:rPr lang="de">
                <a:solidFill>
                  <a:srgbClr val="0F6BFF"/>
                </a:solidFill>
              </a:rPr>
              <a:t>Overall Relations</a:t>
            </a:r>
            <a:endParaRPr>
              <a:solidFill>
                <a:srgbClr val="0F6BFF"/>
              </a:solidFill>
            </a:endParaRPr>
          </a:p>
        </p:txBody>
      </p:sp>
      <p:sp>
        <p:nvSpPr>
          <p:cNvPr id="192" name="Google Shape;192;p33"/>
          <p:cNvSpPr txBox="1"/>
          <p:nvPr>
            <p:ph idx="4294967295" type="body"/>
          </p:nvPr>
        </p:nvSpPr>
        <p:spPr>
          <a:xfrm>
            <a:off x="311700" y="1440000"/>
            <a:ext cx="8520600" cy="3416400"/>
          </a:xfrm>
          <a:prstGeom prst="rect">
            <a:avLst/>
          </a:prstGeom>
        </p:spPr>
        <p:txBody>
          <a:bodyPr anchorCtr="0" anchor="t" bIns="34275" lIns="68575" spcFirstLastPara="1" rIns="68575" wrap="square" tIns="34275">
            <a:normAutofit/>
          </a:bodyPr>
          <a:lstStyle/>
          <a:p>
            <a:pPr indent="-311150" lvl="0" marL="457200" rtl="0" algn="l">
              <a:lnSpc>
                <a:spcPct val="100000"/>
              </a:lnSpc>
              <a:spcBef>
                <a:spcPts val="0"/>
              </a:spcBef>
              <a:spcAft>
                <a:spcPts val="0"/>
              </a:spcAft>
              <a:buClr>
                <a:srgbClr val="222222"/>
              </a:buClr>
              <a:buSzPts val="1300"/>
              <a:buChar char="●"/>
            </a:pPr>
            <a:r>
              <a:rPr b="1" lang="de" sz="1300">
                <a:solidFill>
                  <a:srgbClr val="222222"/>
                </a:solidFill>
              </a:rPr>
              <a:t>Ihor Dovertsy</a:t>
            </a:r>
            <a:r>
              <a:rPr lang="de" sz="1300">
                <a:solidFill>
                  <a:srgbClr val="222222"/>
                </a:solidFill>
              </a:rPr>
              <a:t> from the </a:t>
            </a:r>
            <a:r>
              <a:rPr b="1" lang="de" sz="1300">
                <a:solidFill>
                  <a:srgbClr val="222222"/>
                </a:solidFill>
              </a:rPr>
              <a:t>CNCF </a:t>
            </a:r>
            <a:r>
              <a:rPr lang="de" sz="1300">
                <a:solidFill>
                  <a:srgbClr val="222222"/>
                </a:solidFill>
              </a:rPr>
              <a:t>offered to assist NNF with guidance.</a:t>
            </a:r>
            <a:endParaRPr sz="1300">
              <a:solidFill>
                <a:srgbClr val="222222"/>
              </a:solidFill>
            </a:endParaRPr>
          </a:p>
          <a:p>
            <a:pPr indent="-311150" lvl="0" marL="457200" rtl="0" algn="l">
              <a:lnSpc>
                <a:spcPct val="100000"/>
              </a:lnSpc>
              <a:spcBef>
                <a:spcPts val="0"/>
              </a:spcBef>
              <a:spcAft>
                <a:spcPts val="0"/>
              </a:spcAft>
              <a:buClr>
                <a:srgbClr val="222222"/>
              </a:buClr>
              <a:buSzPts val="1300"/>
              <a:buChar char="●"/>
            </a:pPr>
            <a:r>
              <a:rPr b="1" lang="de" sz="1300">
                <a:solidFill>
                  <a:srgbClr val="222222"/>
                </a:solidFill>
                <a:highlight>
                  <a:srgbClr val="9FC5E8"/>
                </a:highlight>
              </a:rPr>
              <a:t>Todo</a:t>
            </a:r>
            <a:r>
              <a:rPr lang="de" sz="1300">
                <a:solidFill>
                  <a:srgbClr val="222222"/>
                </a:solidFill>
              </a:rPr>
              <a:t>: Find areas we need guidance in.</a:t>
            </a:r>
            <a:endParaRPr sz="1300">
              <a:solidFill>
                <a:srgbClr val="222222"/>
              </a:solidFill>
            </a:endParaRPr>
          </a:p>
        </p:txBody>
      </p:sp>
      <p:pic>
        <p:nvPicPr>
          <p:cNvPr id="193" name="Google Shape;193;p33"/>
          <p:cNvPicPr preferRelativeResize="0"/>
          <p:nvPr/>
        </p:nvPicPr>
        <p:blipFill>
          <a:blip r:embed="rId3">
            <a:alphaModFix/>
          </a:blip>
          <a:stretch>
            <a:fillRect/>
          </a:stretch>
        </p:blipFill>
        <p:spPr>
          <a:xfrm>
            <a:off x="3882750" y="1999813"/>
            <a:ext cx="4949550" cy="2663425"/>
          </a:xfrm>
          <a:prstGeom prst="rect">
            <a:avLst/>
          </a:prstGeom>
          <a:noFill/>
          <a:ln>
            <a:noFill/>
          </a:ln>
        </p:spPr>
      </p:pic>
      <p:sp>
        <p:nvSpPr>
          <p:cNvPr id="194" name="Google Shape;194;p33"/>
          <p:cNvSpPr txBox="1"/>
          <p:nvPr>
            <p:ph idx="4294967295" type="body"/>
          </p:nvPr>
        </p:nvSpPr>
        <p:spPr>
          <a:xfrm>
            <a:off x="3643655" y="4695574"/>
            <a:ext cx="2653500" cy="676500"/>
          </a:xfrm>
          <a:prstGeom prst="rect">
            <a:avLst/>
          </a:prstGeom>
        </p:spPr>
        <p:txBody>
          <a:bodyPr anchorCtr="0" anchor="t" bIns="34275" lIns="68575" spcFirstLastPara="1" rIns="68575" wrap="square" tIns="34275">
            <a:normAutofit/>
          </a:bodyPr>
          <a:lstStyle/>
          <a:p>
            <a:pPr indent="0" lvl="0" marL="177800" rtl="0" algn="l">
              <a:spcBef>
                <a:spcPts val="800"/>
              </a:spcBef>
              <a:spcAft>
                <a:spcPts val="0"/>
              </a:spcAft>
              <a:buNone/>
            </a:pPr>
            <a:r>
              <a:rPr b="1" lang="de" sz="1300" u="sng">
                <a:solidFill>
                  <a:schemeClr val="hlink"/>
                </a:solidFill>
                <a:hlinkClick r:id="rId4"/>
              </a:rPr>
              <a:t>Ihor Dvoretskyi LinkedIn</a:t>
            </a:r>
            <a:endParaRPr sz="1300">
              <a:solidFill>
                <a:srgbClr val="222222"/>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34"/>
          <p:cNvSpPr/>
          <p:nvPr/>
        </p:nvSpPr>
        <p:spPr>
          <a:xfrm>
            <a:off x="4121825" y="4769000"/>
            <a:ext cx="1040100" cy="322500"/>
          </a:xfrm>
          <a:prstGeom prst="rect">
            <a:avLst/>
          </a:prstGeom>
          <a:solidFill>
            <a:srgbClr val="F6FB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0" name="Google Shape;200;p34"/>
          <p:cNvSpPr txBox="1"/>
          <p:nvPr>
            <p:ph idx="4294967295" type="title"/>
          </p:nvPr>
        </p:nvSpPr>
        <p:spPr>
          <a:xfrm>
            <a:off x="311700" y="445025"/>
            <a:ext cx="8520600" cy="5727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de">
                <a:solidFill>
                  <a:srgbClr val="0F6BFF"/>
                </a:solidFill>
              </a:rPr>
              <a:t>Other topics</a:t>
            </a:r>
            <a:endParaRPr>
              <a:solidFill>
                <a:srgbClr val="0F6BFF"/>
              </a:solidFill>
            </a:endParaRPr>
          </a:p>
        </p:txBody>
      </p:sp>
      <p:sp>
        <p:nvSpPr>
          <p:cNvPr id="201" name="Google Shape;201;p34"/>
          <p:cNvSpPr txBox="1"/>
          <p:nvPr>
            <p:ph idx="4294967295" type="body"/>
          </p:nvPr>
        </p:nvSpPr>
        <p:spPr>
          <a:xfrm>
            <a:off x="311700" y="1440000"/>
            <a:ext cx="8520600" cy="3416400"/>
          </a:xfrm>
          <a:prstGeom prst="rect">
            <a:avLst/>
          </a:prstGeom>
        </p:spPr>
        <p:txBody>
          <a:bodyPr anchorCtr="0" anchor="t" bIns="34275" lIns="68575" spcFirstLastPara="1" rIns="68575" wrap="square" tIns="34275">
            <a:normAutofit/>
          </a:bodyPr>
          <a:lstStyle/>
          <a:p>
            <a:pPr indent="-311150" lvl="0" marL="457200" rtl="0" algn="l">
              <a:lnSpc>
                <a:spcPct val="100000"/>
              </a:lnSpc>
              <a:spcBef>
                <a:spcPts val="0"/>
              </a:spcBef>
              <a:spcAft>
                <a:spcPts val="0"/>
              </a:spcAft>
              <a:buSzPts val="1300"/>
              <a:buChar char="•"/>
            </a:pPr>
            <a:r>
              <a:rPr b="1" lang="de" sz="1300"/>
              <a:t>Formalization of membership in SIGs</a:t>
            </a:r>
            <a:r>
              <a:rPr lang="de" sz="1300"/>
              <a:t>: </a:t>
            </a:r>
            <a:r>
              <a:rPr lang="de" sz="1300" u="sng">
                <a:solidFill>
                  <a:schemeClr val="hlink"/>
                </a:solidFill>
                <a:hlinkClick r:id="rId3"/>
              </a:rPr>
              <a:t>https://github.com/neonephos/outreach/issues/50</a:t>
            </a:r>
            <a:r>
              <a:rPr lang="de" sz="1300"/>
              <a:t> </a:t>
            </a:r>
            <a:endParaRPr sz="1300"/>
          </a:p>
          <a:p>
            <a:pPr indent="-311150" lvl="1" marL="914400" rtl="0" algn="l">
              <a:lnSpc>
                <a:spcPct val="100000"/>
              </a:lnSpc>
              <a:spcBef>
                <a:spcPts val="0"/>
              </a:spcBef>
              <a:spcAft>
                <a:spcPts val="0"/>
              </a:spcAft>
              <a:buSzPts val="1300"/>
              <a:buChar char="•"/>
            </a:pPr>
            <a:r>
              <a:rPr lang="de" sz="1300">
                <a:highlight>
                  <a:srgbClr val="9FC5E8"/>
                </a:highlight>
              </a:rPr>
              <a:t>To Do</a:t>
            </a:r>
            <a:r>
              <a:rPr lang="de" sz="1300"/>
              <a:t>: Discuss! Proposal accepted?</a:t>
            </a:r>
            <a:endParaRPr sz="1300"/>
          </a:p>
          <a:p>
            <a:pPr indent="0" lvl="0" marL="0" rtl="0" algn="l">
              <a:lnSpc>
                <a:spcPct val="100000"/>
              </a:lnSpc>
              <a:spcBef>
                <a:spcPts val="0"/>
              </a:spcBef>
              <a:spcAft>
                <a:spcPts val="0"/>
              </a:spcAft>
              <a:buClr>
                <a:schemeClr val="dk1"/>
              </a:buClr>
              <a:buSzPts val="2400"/>
              <a:buFont typeface="Arial"/>
              <a:buNone/>
            </a:pPr>
            <a:r>
              <a:t/>
            </a:r>
            <a:endParaRPr sz="1300"/>
          </a:p>
          <a:p>
            <a:pPr indent="-311150" lvl="0" marL="457200" rtl="0" algn="l">
              <a:lnSpc>
                <a:spcPct val="100000"/>
              </a:lnSpc>
              <a:spcBef>
                <a:spcPts val="0"/>
              </a:spcBef>
              <a:spcAft>
                <a:spcPts val="0"/>
              </a:spcAft>
              <a:buSzPts val="1300"/>
              <a:buChar char="•"/>
            </a:pPr>
            <a:r>
              <a:rPr b="1" lang="de" sz="1300"/>
              <a:t>Outreach Activities 2027</a:t>
            </a:r>
            <a:r>
              <a:rPr lang="de" sz="1300"/>
              <a:t>:</a:t>
            </a:r>
            <a:endParaRPr sz="1300"/>
          </a:p>
          <a:p>
            <a:pPr indent="-311150" lvl="1" marL="914400" rtl="0" algn="l">
              <a:lnSpc>
                <a:spcPct val="100000"/>
              </a:lnSpc>
              <a:spcBef>
                <a:spcPts val="0"/>
              </a:spcBef>
              <a:spcAft>
                <a:spcPts val="0"/>
              </a:spcAft>
              <a:buSzPts val="1300"/>
              <a:buChar char="•"/>
            </a:pPr>
            <a:r>
              <a:rPr lang="de" sz="1300" u="sng">
                <a:solidFill>
                  <a:schemeClr val="hlink"/>
                </a:solidFill>
                <a:hlinkClick r:id="rId4"/>
              </a:rPr>
              <a:t>https://github.com/neonephos/outreach/issues/54</a:t>
            </a:r>
            <a:endParaRPr sz="1300"/>
          </a:p>
          <a:p>
            <a:pPr indent="-311150" lvl="1" marL="914400" rtl="0" algn="l">
              <a:lnSpc>
                <a:spcPct val="100000"/>
              </a:lnSpc>
              <a:spcBef>
                <a:spcPts val="0"/>
              </a:spcBef>
              <a:spcAft>
                <a:spcPts val="0"/>
              </a:spcAft>
              <a:buSzPts val="1300"/>
              <a:buChar char="•"/>
            </a:pPr>
            <a:r>
              <a:rPr lang="de" sz="1300">
                <a:solidFill>
                  <a:srgbClr val="262626"/>
                </a:solidFill>
              </a:rPr>
              <a:t>Preliminary Discussion about the need to kickoff the process to propose our planned activities in 2027 in order for the Governing Board to consider them in their budget discussions.</a:t>
            </a:r>
            <a:endParaRPr sz="1300">
              <a:solidFill>
                <a:srgbClr val="262626"/>
              </a:solidFill>
            </a:endParaRPr>
          </a:p>
          <a:p>
            <a:pPr indent="0" lvl="0" marL="0" rtl="0" algn="l">
              <a:lnSpc>
                <a:spcPct val="100000"/>
              </a:lnSpc>
              <a:spcBef>
                <a:spcPts val="500"/>
              </a:spcBef>
              <a:spcAft>
                <a:spcPts val="0"/>
              </a:spcAft>
              <a:buClr>
                <a:schemeClr val="dk1"/>
              </a:buClr>
              <a:buSzPts val="2400"/>
              <a:buFont typeface="Arial"/>
              <a:buNone/>
            </a:pPr>
            <a:r>
              <a:t/>
            </a:r>
            <a:endParaRPr sz="1300"/>
          </a:p>
          <a:p>
            <a:pPr indent="-311150" lvl="0" marL="457200" rtl="0" algn="l">
              <a:lnSpc>
                <a:spcPct val="100000"/>
              </a:lnSpc>
              <a:spcBef>
                <a:spcPts val="0"/>
              </a:spcBef>
              <a:spcAft>
                <a:spcPts val="0"/>
              </a:spcAft>
              <a:buClr>
                <a:srgbClr val="262626"/>
              </a:buClr>
              <a:buSzPts val="1300"/>
              <a:buChar char="●"/>
            </a:pPr>
            <a:r>
              <a:rPr b="1" lang="de" sz="1300"/>
              <a:t>Outreach Committee Chairperson election</a:t>
            </a:r>
            <a:endParaRPr b="1" sz="1300">
              <a:solidFill>
                <a:srgbClr val="262626"/>
              </a:solidFill>
              <a:highlight>
                <a:srgbClr val="FFFFFF"/>
              </a:highlight>
            </a:endParaRPr>
          </a:p>
          <a:p>
            <a:pPr indent="-311150" lvl="1" marL="914400" rtl="0" algn="l">
              <a:lnSpc>
                <a:spcPct val="100000"/>
              </a:lnSpc>
              <a:spcBef>
                <a:spcPts val="0"/>
              </a:spcBef>
              <a:spcAft>
                <a:spcPts val="0"/>
              </a:spcAft>
              <a:buClr>
                <a:srgbClr val="262626"/>
              </a:buClr>
              <a:buSzPts val="1300"/>
              <a:buChar char="•"/>
            </a:pPr>
            <a:r>
              <a:rPr lang="de" sz="1300">
                <a:solidFill>
                  <a:srgbClr val="262626"/>
                </a:solidFill>
              </a:rPr>
              <a:t>Election of new Chairperson is upcoming</a:t>
            </a:r>
            <a:endParaRPr sz="1300">
              <a:solidFill>
                <a:srgbClr val="262626"/>
              </a:solidFill>
            </a:endParaRPr>
          </a:p>
          <a:p>
            <a:pPr indent="-311150" lvl="1" marL="914400" rtl="0" algn="l">
              <a:lnSpc>
                <a:spcPct val="100000"/>
              </a:lnSpc>
              <a:spcBef>
                <a:spcPts val="0"/>
              </a:spcBef>
              <a:spcAft>
                <a:spcPts val="0"/>
              </a:spcAft>
              <a:buClr>
                <a:srgbClr val="262626"/>
              </a:buClr>
              <a:buSzPts val="1300"/>
              <a:buChar char="•"/>
            </a:pPr>
            <a:r>
              <a:rPr lang="de" sz="1300">
                <a:solidFill>
                  <a:srgbClr val="262626"/>
                </a:solidFill>
              </a:rPr>
              <a:t>Annika Opitz Chair until End of September</a:t>
            </a:r>
            <a:endParaRPr sz="1300">
              <a:solidFill>
                <a:srgbClr val="262626"/>
              </a:solidFill>
            </a:endParaRPr>
          </a:p>
          <a:p>
            <a:pPr indent="0" lvl="0" marL="0" rtl="0" algn="l">
              <a:lnSpc>
                <a:spcPct val="100000"/>
              </a:lnSpc>
              <a:spcBef>
                <a:spcPts val="800"/>
              </a:spcBef>
              <a:spcAft>
                <a:spcPts val="0"/>
              </a:spcAft>
              <a:buNone/>
            </a:pPr>
            <a:r>
              <a:t/>
            </a:r>
            <a:endParaRPr sz="1300">
              <a:solidFill>
                <a:srgbClr val="222222"/>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